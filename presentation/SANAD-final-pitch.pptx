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cad92a81ef4e1d" /><Relationship Type="http://schemas.openxmlformats.org/officeDocument/2006/relationships/extended-properties" Target="/docProps/app.xml" Id="R8e42c2ff24bd47e4" /><Relationship Type="http://schemas.openxmlformats.org/officeDocument/2006/relationships/officeDocument" Target="/ppt/presentation.xml" Id="Rf4671767000141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9a3451b4a94047"/>
  </p:sldMasterIdLst>
  <p:notesMasterIdLst>
    <p:notesMasterId xmlns:r="http://schemas.openxmlformats.org/officeDocument/2006/relationships" r:id="Rdcc425b7b36c47d9"/>
  </p:notesMasterIdLst>
  <p:sldIdLst>
    <p:sldId xmlns:r="http://schemas.openxmlformats.org/officeDocument/2006/relationships" id="256" r:id="R79a677b7289d4f89"/>
    <p:sldId xmlns:r="http://schemas.openxmlformats.org/officeDocument/2006/relationships" id="257" r:id="R1123de49d8b24a25"/>
    <p:sldId xmlns:r="http://schemas.openxmlformats.org/officeDocument/2006/relationships" id="258" r:id="R93c5f4569ceb4e43"/>
    <p:sldId xmlns:r="http://schemas.openxmlformats.org/officeDocument/2006/relationships" id="259" r:id="R3b0fa7942b1b4053"/>
    <p:sldId xmlns:r="http://schemas.openxmlformats.org/officeDocument/2006/relationships" id="260" r:id="Rdeeee66725af4e0f"/>
    <p:sldId xmlns:r="http://schemas.openxmlformats.org/officeDocument/2006/relationships" id="261" r:id="R8e049a421d54495d"/>
    <p:sldId xmlns:r="http://schemas.openxmlformats.org/officeDocument/2006/relationships" id="262" r:id="R94c57b6114e34806"/>
    <p:sldId xmlns:r="http://schemas.openxmlformats.org/officeDocument/2006/relationships" id="263" r:id="Rdf7e15e9576e43a8"/>
    <p:sldId xmlns:r="http://schemas.openxmlformats.org/officeDocument/2006/relationships" id="264" r:id="R335301d214e14d69"/>
    <p:sldId xmlns:r="http://schemas.openxmlformats.org/officeDocument/2006/relationships" id="265" r:id="R34c81930a52f45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ed6363c004f22" /><Relationship Type="http://schemas.openxmlformats.org/officeDocument/2006/relationships/slideMaster" Target="/ppt/slideMasters/slideMaster1.xml" Id="R549a3451b4a94047" /><Relationship Type="http://schemas.openxmlformats.org/officeDocument/2006/relationships/notesMaster" Target="/ppt/notesMasters/notesMaster1.xml" Id="Rdcc425b7b36c47d9" /><Relationship Type="http://schemas.openxmlformats.org/officeDocument/2006/relationships/presProps" Target="/ppt/presProps.xml" Id="Re24cb42a1deb4d1c" /><Relationship Type="http://schemas.openxmlformats.org/officeDocument/2006/relationships/tableStyles" Target="/ppt/tableStyles.xml" Id="R1991bdae7f144b4d" /><Relationship Type="http://schemas.openxmlformats.org/officeDocument/2006/relationships/slide" Target="/ppt/slides/slide1.xml" Id="R79a677b7289d4f89" /><Relationship Type="http://schemas.openxmlformats.org/officeDocument/2006/relationships/slide" Target="/ppt/slides/slide2.xml" Id="R1123de49d8b24a25" /><Relationship Type="http://schemas.openxmlformats.org/officeDocument/2006/relationships/slide" Target="/ppt/slides/slide3.xml" Id="R93c5f4569ceb4e43" /><Relationship Type="http://schemas.openxmlformats.org/officeDocument/2006/relationships/slide" Target="/ppt/slides/slide4.xml" Id="R3b0fa7942b1b4053" /><Relationship Type="http://schemas.openxmlformats.org/officeDocument/2006/relationships/slide" Target="/ppt/slides/slide5.xml" Id="Rdeeee66725af4e0f" /><Relationship Type="http://schemas.openxmlformats.org/officeDocument/2006/relationships/slide" Target="/ppt/slides/slide6.xml" Id="R8e049a421d54495d" /><Relationship Type="http://schemas.openxmlformats.org/officeDocument/2006/relationships/slide" Target="/ppt/slides/slide7.xml" Id="R94c57b6114e34806" /><Relationship Type="http://schemas.openxmlformats.org/officeDocument/2006/relationships/slide" Target="/ppt/slides/slide8.xml" Id="Rdf7e15e9576e43a8" /><Relationship Type="http://schemas.openxmlformats.org/officeDocument/2006/relationships/slide" Target="/ppt/slides/slide9.xml" Id="R335301d214e14d69" /><Relationship Type="http://schemas.openxmlformats.org/officeDocument/2006/relationships/slide" Target="/ppt/slides/slide10.xml" Id="R34c81930a52f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97ea4c41f7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0c7d589764117" /><Relationship Type="http://schemas.openxmlformats.org/officeDocument/2006/relationships/notesMaster" Target="/ppt/notesMasters/notesMaster1.xml" Id="Rfffe469da51c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816a5e851d482c" /><Relationship Type="http://schemas.openxmlformats.org/officeDocument/2006/relationships/notesMaster" Target="/ppt/notesMasters/notesMaster1.xml" Id="Rf66bb5b76d72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b0a25145954a59" /><Relationship Type="http://schemas.openxmlformats.org/officeDocument/2006/relationships/notesMaster" Target="/ppt/notesMasters/notesMaster1.xml" Id="Rb71e3b0252da45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f6e2323c143b3" /><Relationship Type="http://schemas.openxmlformats.org/officeDocument/2006/relationships/notesMaster" Target="/ppt/notesMasters/notesMaster1.xml" Id="R88af5dd7838b40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a23a4cd8a4c2f" /><Relationship Type="http://schemas.openxmlformats.org/officeDocument/2006/relationships/notesMaster" Target="/ppt/notesMasters/notesMaster1.xml" Id="Rc099e33dc4c94f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0fb4fdb5f8461a" /><Relationship Type="http://schemas.openxmlformats.org/officeDocument/2006/relationships/notesMaster" Target="/ppt/notesMasters/notesMaster1.xml" Id="Rd85eb70cb77c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731de370834021" /><Relationship Type="http://schemas.openxmlformats.org/officeDocument/2006/relationships/notesMaster" Target="/ppt/notesMasters/notesMaster1.xml" Id="R96afe65c03cd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4ad08daceb4225" /><Relationship Type="http://schemas.openxmlformats.org/officeDocument/2006/relationships/notesMaster" Target="/ppt/notesMasters/notesMaster1.xml" Id="R098ec290c8e54a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e91e70bfd4ed2" /><Relationship Type="http://schemas.openxmlformats.org/officeDocument/2006/relationships/notesMaster" Target="/ppt/notesMasters/notesMaster1.xml" Id="R28753f9aace246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8fb6fac4e84e65" /><Relationship Type="http://schemas.openxmlformats.org/officeDocument/2006/relationships/notesMaster" Target="/ppt/notesMasters/notesMaster1.xml" Id="R376756827a23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المسار: أمن المنافذ. التحدي: الإجراءات الخاصة بمخالفي نظام الإقامة بإدارات الوافدين. https://hackathon.prx.ejadtech.sa/challenges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إفادة ميدانية نقلها صاحب المشروع، دون أسماء أو حالات حقيقية. ليست تدقيقًا شاملًا في أنظمة الجهات.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تمييز أساسي من إفادة الموظف: قد تساعد الصورة بعض الجنسيات، وليس جميعها. المغادرة بوثيقة بديلة مسجلة أصلًا.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الحفظ المبكر في قناة التأشيرة والتكامل الحكومي مقترحان. التطبيق الحالي يستخدم رفع ملفات اصطناعية.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العينة منشأة للمشروع، ليست جواز سفر حقيقيًا. قراءة Tesseract اختبرت فعليًا على هذه الصورة. النتيجة لا تعمم على جوازات حقيقية أو صور منخفضة الجودة.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يعمل الفهم الدلالي المحلي عبر Transformers.js. التوليد الاختياري عبر Groq بنموذج openai/gpt-oss-20b يحتاج مفتاحًا. يتحقق الخادم من معرفات المراجع ويعرض نص السجل قبل الصياغة؛ لا يضمن ذلك صحة كل جملة. التطبيق مستقل على Cloudflare وله دخول خاص.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نَدّعي إصلاح تسجيل المغادرة أو ربط نظام المسافرين. الوثيقة البديلة نوع مستند داخل الملف. لا ينشئ النظام منع دخول أو قرار إبعاد.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مقاييس وخطة تجربة، وليست نتائج ميدانية مثبتة. أثر مدة التوقيف والتكلفة يحتاج مقارنة مصرحًا بها تضبط العوامل الأخرى.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تقدير افتراضي للعمل: 12–18 شهر عمل بشري × 20 ألف ريال = 240–360 ألف ريال قبل البنية والتكامل الخارجي والضرائب. ليست عروض أسعار. معيار الاستدامة: https://hackathon.prx.ejadtech.sa/judging-criteria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البدء: حالة عمر لاسترجاع النسخة، يوسف للاختلاف، ليلى للوثيقة البديلة، آدم لغياب الصورة. بيانات وهمية فقط. راجع شروط الأصالة وسياسة المساعدة بالذكاء الاصطناعي مع المنظم قبل التسليم. https://hackathon.prx.ejadtech.sa/terms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b8d59c6ef4f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376a4176714d79" /><Relationship Type="http://schemas.openxmlformats.org/officeDocument/2006/relationships/slideLayout" Target="/ppt/slideLayouts/slideLayout1.xml" Id="R44bbfd280a0746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bfd280a0746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a7ed0c5a54248" /><Relationship Type="http://schemas.openxmlformats.org/officeDocument/2006/relationships/notesSlide" Target="/ppt/notesSlides/notesSlide1.xml" Id="R8ae4c643f4d04f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08525acd48af" /><Relationship Type="http://schemas.openxmlformats.org/officeDocument/2006/relationships/notesSlide" Target="/ppt/notesSlides/notesSlide2.xml" Id="R7f3565b5e771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424da9c5a4226" /><Relationship Type="http://schemas.openxmlformats.org/officeDocument/2006/relationships/notesSlide" Target="/ppt/notesSlides/notesSlide3.xml" Id="Re3c5688d81604d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12ccb5dd14401" /><Relationship Type="http://schemas.openxmlformats.org/officeDocument/2006/relationships/notesSlide" Target="/ppt/notesSlides/notesSlide4.xml" Id="R6adc7e50ddf149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864e4962d4e43" /><Relationship Type="http://schemas.openxmlformats.org/officeDocument/2006/relationships/image" Target="/ppt/media/image.png" Id="R9445c87808e145e7" /><Relationship Type="http://schemas.openxmlformats.org/officeDocument/2006/relationships/notesSlide" Target="/ppt/notesSlides/notesSlide5.xml" Id="R56206add9b1545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286a343a94253" /><Relationship Type="http://schemas.openxmlformats.org/officeDocument/2006/relationships/notesSlide" Target="/ppt/notesSlides/notesSlide6.xml" Id="Rdf9913831f4247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cfb6a9f3c432d" /><Relationship Type="http://schemas.openxmlformats.org/officeDocument/2006/relationships/notesSlide" Target="/ppt/notesSlides/notesSlide7.xml" Id="Ra24a5ec99e844a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68f50a68f42f2" /><Relationship Type="http://schemas.openxmlformats.org/officeDocument/2006/relationships/notesSlide" Target="/ppt/notesSlides/notesSlide8.xml" Id="R533ece83d0c543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57626b69f4ba6" /><Relationship Type="http://schemas.openxmlformats.org/officeDocument/2006/relationships/notesSlide" Target="/ppt/notesSlides/notesSlide9.xml" Id="Rf20585466f8c4d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c4b5f275f486c" /><Relationship Type="http://schemas.openxmlformats.org/officeDocument/2006/relationships/notesSlide" Target="/ppt/notesSlides/notesSlide10.xml" Id="R1304766947b9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EC46B-551F-4412-BA4B-86E63CE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953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مساعد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D8D2A-101D-44E7-95C7-EFA953D5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306" y="590550"/>
            <a:ext cx="4286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وثائق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9B5B1-2822-4D12-97CE-F096727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590550"/>
            <a:ext cx="5810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الوافدين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C11B4-FEF7-4931-88F1-E4B8F438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619250"/>
            <a:ext cx="1123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36D52-E2B3-4A4E-89A4-3EA129C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333750"/>
            <a:ext cx="600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حفظ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18D2C-7F99-42F5-985E-B81AC42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3333750"/>
            <a:ext cx="6572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مبكر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5BFA7-8F56-4888-957A-3ED3D9F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885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للنسخة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86C80-DBAF-4183-8674-7AF16954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33825"/>
            <a:ext cx="1181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ومراجعة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AA47F-9352-4C8C-A939-664903B9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933825"/>
            <a:ext cx="981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مرتبطة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DD31A-DDAB-4143-986D-DAED111C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33825"/>
            <a:ext cx="1152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بالمصدر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21D2A-8D12-4FAC-8593-33700E3D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FAA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AA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1369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FD2A9-11A6-42D5-9952-10AAC4B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590550"/>
            <a:ext cx="5619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المشكلة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943F2-78A7-4DD2-8141-3608BA5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706" y="590550"/>
            <a:ext cx="5905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الميدانية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4B027-72E0-41B1-85DE-24918397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200150"/>
            <a:ext cx="8477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غياب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1F3A6-56D3-4081-B40F-C304EE5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719" y="1200150"/>
            <a:ext cx="9048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نسخة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E24C9-EEFF-4AAE-828D-DE94684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200150"/>
            <a:ext cx="10191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الجواز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CCDCE-0D54-4951-9056-2196EEBE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05075"/>
            <a:ext cx="66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بيانات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6498E-A75E-49C3-A2CF-A2D9F252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263" y="2505075"/>
            <a:ext cx="771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الدخول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16E87-70C7-4979-A4BC-82222E6A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متاحة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0BDD-0954-4EB8-9DE1-95B4B748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588" y="2505075"/>
            <a:ext cx="41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لكن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559FD-9A3B-4615-B396-B7CCDFB4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0507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صورة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8C614-FF11-47E2-B682-F675873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505075"/>
            <a:ext cx="695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الوثيقة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34337-3289-49B8-B4C6-0EDD842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05075"/>
            <a:ext cx="247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D3880-9C1E-4C11-834A-EBFD6B4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888" y="2505075"/>
            <a:ext cx="57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تغيب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3457B-6E17-4AF0-A4EC-9E4752D5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05075"/>
            <a:ext cx="409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عند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1A5E3-ED6A-47FA-9F02-3152FEF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713" y="2505075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مراجعة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99687-6102-4E90-8665-6FAC8515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05075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القنصلية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35BD0-8F51-4508-AFF3-5CDFE66A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5160"/>
            <a:ext cx="57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فقدان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A6F54-C85F-4F8B-B0B9-FC777CF7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3185160"/>
            <a:ext cx="733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الأصل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D15C4-970F-4C30-9696-C7BC066D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5160"/>
            <a:ext cx="247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9306E-7858-45C1-BABB-12BBFCB7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185160"/>
            <a:ext cx="5619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يطيل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6CBFF-7EA4-4A2F-ABF2-E0DDA98E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5160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بعض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97124-221C-4CDD-A87E-78763E10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513" y="3185160"/>
            <a:ext cx="95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إجراءات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74FE2-5118-4E61-8695-86B3E98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5160"/>
            <a:ext cx="552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وثيقة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6EE4F-7C42-485C-BA59-C4FE000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3185160"/>
            <a:ext cx="600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السفر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EDAB2-95DA-49D6-B37E-B3C67C1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185160"/>
            <a:ext cx="638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البديلة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B929C-283A-4B40-A5BD-2DC6FA58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01696-BC9E-49B3-9487-8D8A1C3F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557076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E369E6-39D2-43F6-8723-3C2AA24C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90550"/>
            <a:ext cx="4095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حدود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10968-13EF-4EDB-AE81-0DC5790E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181" y="590550"/>
            <a:ext cx="3714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الحل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8432E-105D-428D-9167-B22F227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200150"/>
            <a:ext cx="4857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أثر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34475-48B1-4901-8BA3-2F7E2A1D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019" y="1200150"/>
            <a:ext cx="11525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المستند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E5EA5-0C55-4032-8BE7-FB07555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200150"/>
            <a:ext cx="9620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المتاح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6659E-2E35-4B28-932F-8F8723B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505075"/>
            <a:ext cx="600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نسخة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67FA3-B5A2-4C0A-B99F-A0D6A468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638" y="2505075"/>
            <a:ext cx="885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محفوظة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2DA94-E7FD-4C3D-9ADE-7B4ACA40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05075"/>
            <a:ext cx="247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28804-7354-4A71-BDAE-FC23BF3C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505075"/>
            <a:ext cx="52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تدعم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E44C-DEB5-46B0-B157-7A82632E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05075"/>
            <a:ext cx="962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المراجعة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8E82E-DC96-442A-B2EA-51D959D3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505075"/>
            <a:ext cx="438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لدى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5642D-29AE-43B6-9FCC-76DF6514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بعض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E96E3-49F8-4DB5-B3DD-BAA25BEA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713" y="2505075"/>
            <a:ext cx="1076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القنصليات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16993-B270-415C-B95C-B49B412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85160"/>
            <a:ext cx="72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الجواز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3D6B5-9DE1-4691-A2BC-FF33425B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3185160"/>
            <a:ext cx="923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المستعار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3CB2E-93AC-4D6F-ACBB-4D2F2F99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5160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9B99D-FB1C-467B-A3B7-ECEFCBF7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185160"/>
            <a:ext cx="52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يثبت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241A3-5544-4048-AF83-F3754BB9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185160"/>
            <a:ext cx="676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جنسية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AF1C7-EE7B-4E0B-BC16-25DA3FC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513" y="318516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حامله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0603B-32D0-4867-86A8-D48EFBA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85160"/>
            <a:ext cx="504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بذاته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1D789-04FC-498A-85E3-9E537519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888" y="3185160"/>
            <a:ext cx="52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قبول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3EACE-8D6F-4091-A9A8-0F3FCAB4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5160"/>
            <a:ext cx="752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المستند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480B7-EFE5-4BF9-992C-D165B3F9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713" y="3185160"/>
            <a:ext cx="866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وإصدار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4BE63-9C53-413B-B198-FB01CB1C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5160"/>
            <a:ext cx="552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وثيقة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EA3B3-AD5C-406E-8BCB-1B538C4A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3185160"/>
            <a:ext cx="600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السفر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AD553-5FD2-4AB2-A374-EC9818FB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5160"/>
            <a:ext cx="438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لدى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42E9F-6150-4790-92A3-D373855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18516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الجهة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10485-DA3B-478B-926C-CF95B3B9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670935"/>
            <a:ext cx="962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المختصة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722A2-7AA1-46DF-A8D5-D200703C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15FAB-E315-4BE1-8AD8-89196E4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544886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97D46-CDB5-49A3-B670-59652D54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90550"/>
            <a:ext cx="2571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AA06-040E-4FA7-86B5-A3F3239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381" y="590550"/>
            <a:ext cx="4476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الحفظ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7EEE5-4437-40AC-9D5F-88D84C5B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388" y="590550"/>
            <a:ext cx="2762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إلى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126CD-37BF-4581-9635-CE0094C2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869" y="590550"/>
            <a:ext cx="666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المراجعة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AF2BA-38AA-4A36-A490-654617A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200150"/>
            <a:ext cx="80010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رحلة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5634D-D869-47D0-993A-B89CEAE0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94" y="1200150"/>
            <a:ext cx="10763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الوثيقة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B8CB-6CA4-48E0-840E-5EC00D5C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1200150"/>
            <a:ext cx="4667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516F4-2013-46A6-8AD2-4121734D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681" y="1200150"/>
            <a:ext cx="6191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895CE-BE84-4C0E-AC3E-27ED0763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505075"/>
            <a:ext cx="219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7D0D8-1A63-4B21-BEF1-45592FB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2505075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1C0B6-4505-4656-AA5B-D3983A32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05075"/>
            <a:ext cx="49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حفظ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C7F2F-0571-4F43-97E9-71EC44F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505075"/>
            <a:ext cx="733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النسخة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8BEFC-ACF5-4636-9F7A-4D19390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05075"/>
            <a:ext cx="819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وربطها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75082-4891-4B1E-B0E9-7D66C5C9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2505075"/>
            <a:ext cx="800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بمعرف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25794-CA00-46C7-A7C8-6E15F71C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0507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الحالة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B90B2-6842-4B6F-93A8-887105FA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2505075"/>
            <a:ext cx="1085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ومصدرها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0671B-685B-487D-A6B1-9574C03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185160"/>
            <a:ext cx="219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A92B3-540E-4688-A005-87625BD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3185160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1FBBF-8B47-495E-AD0B-DF3092BA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85160"/>
            <a:ext cx="590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قراءة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36B07-E70E-4D55-9507-171B423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3185160"/>
            <a:ext cx="742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الحقول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5C63C-2555-4455-B53B-E1237845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85160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بجانب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AA0E0-177A-4E8C-9B94-921524E3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088" y="3185160"/>
            <a:ext cx="990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مواضعها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09E94-EC6E-4AEF-9B9D-9485D4F7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5160"/>
            <a:ext cx="333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075DB-F5E4-47F2-AA33-BCE6D1F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3185160"/>
            <a:ext cx="847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الصورة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6EF2F-491C-483B-966D-F6F54F19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865245"/>
            <a:ext cx="219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75F8C-9903-4CB9-BFF6-F7215B6A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3865245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89A04-EC66-4793-AF1B-5D28BCE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65245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مراجعة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9DA2B-DAF8-4DEE-8A4B-FEFFDCF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3865245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الموظف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5CB15-A8B9-4FC2-8D39-DD2C394A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5245"/>
            <a:ext cx="638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وحفظ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F51FF-C110-4DC8-8834-A792EAE2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386524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حزمة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A57F7-AE38-490F-942C-4860CD0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65245"/>
            <a:ext cx="485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ثابتة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1AFFC-4F82-4D14-BD99-37266167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3865245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للرجوع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527E3-1AAE-472F-B144-CAD03C71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65245"/>
            <a:ext cx="466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إليها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A24B1-CDE4-4BA7-A2B4-5BCD75A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41EE3-02EC-4F55-A3E3-046A7092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609041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31348-894D-4168-B284-79C259E8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90550"/>
            <a:ext cx="3524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عينة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55885-0AAF-4186-9CE9-02D6C7EE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806" y="590550"/>
            <a:ext cx="762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اصطناعية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43EEC-569F-4946-9325-BC59D950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988" y="590550"/>
            <a:ext cx="4000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داخل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A54A4-ADB9-45A2-B18B-A8CE5E36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590550"/>
            <a:ext cx="5715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النموذج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7F512-8277-49FD-A0E0-C1045188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00150"/>
            <a:ext cx="87630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قراءة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B3AF3-16F2-4DA8-9541-803C35A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444" y="1200150"/>
            <a:ext cx="7905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فعلية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59F39-FD87-4F5F-BC48-84B5C1A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1200150"/>
            <a:ext cx="116205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للمستند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5c87808e145e7"/>
          <a:stretch xmlns:a="http://schemas.openxmlformats.org/drawingml/2006/main"/>
        </p:blipFill>
        <p:spPr>
          <a:xfrm xmlns:a="http://schemas.openxmlformats.org/drawingml/2006/main">
            <a:off x="947236" y="2524125"/>
            <a:ext cx="5639803" cy="3571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AD332-DFE0-4F99-8B4B-AD5987CD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571750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الاسم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40FAF-1DF8-4886-AEFC-0D9F1A89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013" y="2571750"/>
            <a:ext cx="485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ورقم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90116-AC12-40D3-B92D-8C09CB1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الوثيقة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B3D1C-7F4A-4047-A9C2-6A6DFE04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571750"/>
            <a:ext cx="847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والجنسية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FB017-8E14-4CA6-84E1-077BC421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المكتوبة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3D0C0-1018-4DEB-B552-2C8ED8DB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0375"/>
            <a:ext cx="733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وتاريخا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34444-42C2-44DF-A147-692B85F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30003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الميلاد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23D1C-A005-40E3-AA0A-A7150E48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00375"/>
            <a:ext cx="828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والانتهاء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CBEE3-38D7-4CF3-8324-E2659B92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0045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يراجع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6E8F1-890A-42E5-81E3-3A5797D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963" y="360045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الموظف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E451D-9744-467F-BA21-19AF09A5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كل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FBCD3-ED8D-4F88-A1AE-0B16B4A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600450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حقل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89159-55BE-48DD-B8FE-C0D55C22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0450"/>
            <a:ext cx="34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قبل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A3A76-EE4F-48BE-9F61-A94CD24F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888" y="36004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243F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F4A"/>
                </a:solidFill>
                <a:latin typeface="Arial"/>
                <a:ea typeface="Arial"/>
                <a:cs typeface="Arial"/>
              </a:rPr>
              <a:t>الاعتماد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B71D1-9576-464D-9619-02DBDD5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98881-3F4C-439D-BE5C-1905BCAF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1853276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1E964-0EAE-43C0-960A-4B975F4B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90550"/>
            <a:ext cx="3238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دور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F7977-08A3-4990-A4E2-1895B64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706" y="590550"/>
            <a:ext cx="4476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الذكاء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75496-8C82-4CC6-B1EE-915BF82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638" y="590550"/>
            <a:ext cx="8763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الاصطناعي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BFA70-B43F-474B-BB94-424B1A5B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00150"/>
            <a:ext cx="104775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مساعد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96D1A-C6D9-4C09-B457-C9CAF94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269" y="1200150"/>
            <a:ext cx="87630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يستند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D1210-B81F-4C87-9622-410519E7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200150"/>
            <a:ext cx="5238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إلى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4B25D-5789-4E01-9F62-5972D322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106" y="1200150"/>
            <a:ext cx="9239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الملف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27CBD-4FEF-4A16-B7DE-997DE8A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05075"/>
            <a:ext cx="590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قراءة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4B925-D6FB-423D-9CB0-58CEDA38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263" y="2505075"/>
            <a:ext cx="847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الصورة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49638-D569-4D03-A037-5EA69CD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05075"/>
            <a:ext cx="57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محليًا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C97C1-2F2F-4CDF-9682-4908BECF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2505075"/>
            <a:ext cx="914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باستخدام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2D14-21A4-413C-861C-5CDAB4BA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143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Tesseract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F3671-8236-4D3B-B01B-526D1ECF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85160"/>
            <a:ext cx="771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صياغة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717D3-53D0-459A-88DE-30D88BC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3185160"/>
            <a:ext cx="695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مسودة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8F22E-B192-44F6-8EF7-A3654F3D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85160"/>
            <a:ext cx="457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عبر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5AE94-9227-45BF-A06B-D1A5CA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3185160"/>
            <a:ext cx="771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Groq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0F966-E175-41AD-909B-299C202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5160"/>
            <a:ext cx="352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93436-A644-4213-9D69-774DAF1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3185160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حقول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FF0BD-C0F9-4B9B-834C-9FD5F0E2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5160"/>
            <a:ext cx="638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الملف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32DE6-56E0-41C0-BD9E-C09BBA3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3185160"/>
            <a:ext cx="866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ومراجع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F56CB-0460-484F-A6EE-870AAFAF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5160"/>
            <a:ext cx="47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قابلة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FE680-D9B3-4382-AA46-B0E32B04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63" y="3185160"/>
            <a:ext cx="52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للفتح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22C47-A364-4EF7-926A-A1D35D54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5160"/>
            <a:ext cx="323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DCED5-0BC1-4F82-A7F9-0E47B7CC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13" y="3185160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مراجعة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620DB-B7CC-4FA8-8FC1-08B63CF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5160"/>
            <a:ext cx="66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بشرية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F81F7-CB9B-485A-8116-C8F72F5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865245"/>
            <a:ext cx="5619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إجابة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0D548-D445-4BCE-A749-8849929B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86524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محلية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F7B76B-ECD9-4FC0-A148-07F41E40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86524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متاحة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836C0-77CD-49C1-9F9D-F5D37F65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3865245"/>
            <a:ext cx="409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عند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11E4FE-4253-42C0-9FAE-F91A090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65245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تعطل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7E017-05EC-4E91-B18E-7DFA460F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863" y="3865245"/>
            <a:ext cx="72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المزود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8F4E9-BB1D-4132-9FFB-867B1EA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E1ED21-B522-4589-984A-4E6D0C08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419432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0E371-356F-44FE-9FC4-B4638915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90550"/>
            <a:ext cx="7524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استمرارية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C99BF-F954-4EA7-BFF6-F6216DDE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331" y="590550"/>
            <a:ext cx="3524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ملف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2C32D-E45A-4EBD-A469-21C5F41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13" y="590550"/>
            <a:ext cx="666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المراجعة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01ED6-8F9B-4DFB-A6B7-28470871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200150"/>
            <a:ext cx="125730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الاحتفاظ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466E2-7EE8-421F-92EB-C27E06CE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344" y="1200150"/>
            <a:ext cx="12096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بالوثيقة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D4FAC-1D62-4B8A-9A73-A8696331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588" y="1200150"/>
            <a:ext cx="9810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البديلة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F5C85-73CF-45E1-A297-40EA25CC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505075"/>
            <a:ext cx="485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تبقى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C6762-A15C-4A87-BFB0-39A100FF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2505075"/>
            <a:ext cx="600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نسخة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E15FE-A8B9-4538-AA5A-22046F6E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05075"/>
            <a:ext cx="72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الجواز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18971-4B53-4213-A0BA-0FBA8796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05075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والوثيقة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B0B4B-A503-4B31-AC06-BAFC1DF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05075"/>
            <a:ext cx="638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البديلة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29C84-DD94-43FF-9F72-9B7AC42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2505075"/>
            <a:ext cx="333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10A90-F4DA-47FA-AB97-51C3DAF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0507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الحالة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9A55D-644D-4798-93C8-72D2EDC1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2505075"/>
            <a:ext cx="590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نفسها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0AB2E-D0C3-4CF6-98DF-1AC1B7AC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185160"/>
            <a:ext cx="581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تحفظ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4FF4B-68CA-4451-B746-666CF0D9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3185160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مراجعة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BCA5B-A660-434D-802B-ABB5DEA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85160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الحزمة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B50F1-8E5A-4E5E-84B6-FF622319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3185160"/>
            <a:ext cx="514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لقطة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543F2-5403-4D8F-8CA8-57CE8E30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85160"/>
            <a:ext cx="352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7A91B-1792-485A-B643-3F2AAADA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263" y="3185160"/>
            <a:ext cx="742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الحقول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851C2-3FA7-4AC7-8A4C-1D2F422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5160"/>
            <a:ext cx="106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والمصادر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3BBE7-699E-40BA-9A36-3FAD241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185160"/>
            <a:ext cx="323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15C7A-C04A-4ADD-A19B-C443446F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85160"/>
            <a:ext cx="5619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سجل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E0AD0-0ADF-47FC-9D6F-9A46D07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185160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يوضح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58011-2F1B-4D2B-8824-DD8F1251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5160"/>
            <a:ext cx="1123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الإجراءات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E06BD-1F08-4CC2-A94A-98BC6897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280D1F-66BE-4945-BE95-00DD9E28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1299341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B99AE8-2CC1-4983-9F81-168AA4B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90550"/>
            <a:ext cx="4667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تجربة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E1157-27C8-468B-BC92-F5F9803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056" y="590550"/>
            <a:ext cx="5524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مقترحة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75594-B8A5-40DB-A323-A51361E2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388" y="590550"/>
            <a:ext cx="3429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على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3EE3A-B14B-4BEF-9F27-AE3C3A5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869" y="590550"/>
            <a:ext cx="285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٣٠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CF99D-60E4-404C-89C0-80786D0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90550"/>
            <a:ext cx="2952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ملفًا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1EBBC-0265-49B9-B7EE-0797629E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631" y="590550"/>
            <a:ext cx="7334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اصطناعيًا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DD10D-E2C1-4BC7-B42F-B6E9788E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200150"/>
            <a:ext cx="8477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قياس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72A66-A2E1-425E-AC26-7A90BDDB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744" y="1200150"/>
            <a:ext cx="70485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الأثر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C43FF-1657-4184-B02F-CA008A41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505075"/>
            <a:ext cx="504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زمن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E38E1-1DAA-4E1C-8A53-6D3327A1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505075"/>
            <a:ext cx="95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استرجاع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CE39E-DECE-4218-8B52-06C5AA6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05075"/>
            <a:ext cx="733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النسخة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766B7-014F-4FC6-9613-3C77929A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505075"/>
            <a:ext cx="809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وتجهيز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CA43E-F88A-42B1-9F07-45AEC6DF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05075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الحزمة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7647D-883A-4111-AD14-4FF6DBE5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185160"/>
            <a:ext cx="371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دقة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86505-355D-4928-A5FE-8A0927DB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3185160"/>
            <a:ext cx="742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الحقول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41A6D-961B-4DF1-B6A5-1B7A6B3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5160"/>
            <a:ext cx="76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وصحة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984-A2A1-4284-B609-998DB90F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185160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المراجع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2D869-A0EB-46B0-9B47-9334D3ED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865245"/>
            <a:ext cx="695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طلبات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2EF2B-AF86-4449-AB66-DC37950F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438" y="3865245"/>
            <a:ext cx="866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استكمال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49F4B-DC1B-48B1-93F3-7F54241E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65245"/>
            <a:ext cx="104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المستندات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198D8-5B54-43C9-8044-50E59629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3865245"/>
            <a:ext cx="333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15075-5F0D-49FD-8C77-8CC48701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65245"/>
            <a:ext cx="6572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تجربة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5EC94-3BAD-40FF-86BF-D2E5F472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386524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ميدانية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2A4FA-9B12-4717-AE7B-BBDDF733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65245"/>
            <a:ext cx="60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لاحقة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344DC-69B1-4031-9B4E-D9CE7C9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6E7EA-D59F-4E8D-8A99-87570A8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2112663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D19627-E1C2-496C-91CA-F600D2F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90550"/>
            <a:ext cx="4381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تكامل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1B3D9-1BEC-40F6-9AD0-4776166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056" y="590550"/>
            <a:ext cx="5810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تدريجي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F97B8-2AB1-4C59-B3DD-51391240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163" y="590550"/>
            <a:ext cx="2381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مع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ED180-D7DE-4492-98C2-55E4811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44" y="590550"/>
            <a:ext cx="5524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756B"/>
                </a:solidFill>
                <a:latin typeface="Arial"/>
                <a:ea typeface="Arial"/>
                <a:cs typeface="Arial"/>
              </a:rPr>
              <a:t>الجهات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589B5-0112-4A6F-A752-EF33190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200150"/>
            <a:ext cx="7334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خطة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6B472-99D5-4908-85B1-FD1FFB59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494" y="1200150"/>
            <a:ext cx="91440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التبني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2D3FA-C1F8-440B-A9E4-A3BF962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1200150"/>
            <a:ext cx="762000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خلال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DA0DF-72CA-4000-8E49-F346F4E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06" y="1200150"/>
            <a:ext cx="6572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ستة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04D8C-F91C-4D81-8384-DA309C5A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8477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أشهر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738A2-A70B-422C-9D0E-06E90D30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505075"/>
            <a:ext cx="219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F2BB8-9A94-4D88-A881-AA9C164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2505075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6BD1C-3F60-4409-8F60-40E8BCD5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0507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التحقق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972F9-E79D-4DFB-B1EA-6D649C2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2505075"/>
            <a:ext cx="352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28F5D-180B-454E-9CFB-289D32E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05075"/>
            <a:ext cx="933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المصادر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F463B-0259-4AB0-8245-D5055519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2505075"/>
            <a:ext cx="1352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والصلاحيات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EC6D6-2F72-47B9-94D8-23DBBD77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90850"/>
            <a:ext cx="57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٢–٣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4F92D-1FDE-4699-9247-A849E432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413" y="2990850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E46BA-256D-4F24-A187-21E36E0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تكامل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B69EE-9A4D-49F2-9F1C-5F09B135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838" y="2990850"/>
            <a:ext cx="38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قناة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D1E3C-45C5-4F67-B7EF-B3889381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990850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واحدة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0801E-6044-4DA6-9DF8-B589648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13" y="2990850"/>
            <a:ext cx="819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واختبار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74353-72F4-4403-A602-21BF726A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72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القراءة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C1E00-D249-464D-AA3A-243633F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476625"/>
            <a:ext cx="219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DD77C-A99C-4E98-9183-70F755B7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3476625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50762-39BF-43C3-AA98-CF5C2768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76625"/>
            <a:ext cx="590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الأمن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D6A61-5209-4368-B1EA-082045A0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476625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والخصوصية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E6A48-A320-4A49-AA44-2D09E837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76625"/>
            <a:ext cx="885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والتعافي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34842-F514-445A-BD63-0AC18EEC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62400"/>
            <a:ext cx="57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٥–٦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33C8D8-84A7-4118-86A7-643BC66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413" y="3962400"/>
            <a:ext cx="47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8C5D98-0E86-49DE-9603-7D4C240E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62400"/>
            <a:ext cx="6572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تجربة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9B2025-710F-4168-A284-7F317169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962400"/>
            <a:ext cx="800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محدودة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151D1-0105-45F8-8070-23EF19D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62400"/>
            <a:ext cx="695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وقياس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44E37-2AB1-4F85-AD20-B811D87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13" y="3962400"/>
            <a:ext cx="53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37556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75563"/>
                </a:solidFill>
                <a:latin typeface="Arial"/>
                <a:ea typeface="Arial"/>
                <a:cs typeface="Arial"/>
              </a:rPr>
              <a:t>الأثر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E151E6-2093-4E98-8755-A96045D9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097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97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60A421-169E-4CF5-9E02-37DBCA3E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7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56B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</p:spTree>
    <p:extLst>
      <p:ext uri="{BB962C8B-B14F-4D97-AF65-F5344CB8AC3E}">
        <p14:creationId xmlns:p14="http://schemas.microsoft.com/office/powerpoint/2010/main" val="1664024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056B0-220B-4B0E-864E-7EA0517B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90550"/>
            <a:ext cx="3905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وثيقة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1521F-1798-4A96-A012-B6B8118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556" y="590550"/>
            <a:ext cx="4381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متاحة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ACA3-244C-4A46-A07A-CCD07F2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513" y="590550"/>
            <a:ext cx="29527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عند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F864E-EC88-48CA-8E58-E5D8109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919" y="590550"/>
            <a:ext cx="5048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D7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D7C7"/>
                </a:solidFill>
                <a:latin typeface="Arial"/>
                <a:ea typeface="Arial"/>
                <a:cs typeface="Arial"/>
              </a:rPr>
              <a:t>الحاجة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92132-0F8F-449E-B807-7D3A4F1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200150"/>
            <a:ext cx="94297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تجربة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5E6BF-2BB9-43B7-9003-4FC0A13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1200150"/>
            <a:ext cx="619125" cy="70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سَنَد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FE99D-E385-4DF8-99FD-9BAB1B86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05075"/>
            <a:ext cx="95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استرجاع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5E25A-38D9-4761-8921-C6D3A47F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2505075"/>
            <a:ext cx="600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نسخة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EE1C3-54E3-4D03-9C87-F3399BF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05075"/>
            <a:ext cx="885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محفوظة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9B072-D892-4536-987B-50AF99CC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990850"/>
            <a:ext cx="828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مراجعة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D5DC1-8707-4E08-A256-B8DE78DF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2990850"/>
            <a:ext cx="819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اختلاف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FC001-5E82-42B8-A951-602A41AE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333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7021D-A284-48AD-8538-4E4AA63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2990850"/>
            <a:ext cx="581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الاسم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77483-FBBA-4579-BF20-D51D248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476625"/>
            <a:ext cx="390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فتح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FAE4A-5BC1-4290-BD18-E2992F30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363" y="347662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حزمة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AE558-4DD9-4048-8B95-4FC0C297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76625"/>
            <a:ext cx="485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ثابتة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ABE59-8545-408D-9A3E-EB30C2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476625"/>
            <a:ext cx="371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بعد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1F2E9-E11D-44AD-A9EF-0331C32E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981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DBE9E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9E6"/>
                </a:solidFill>
                <a:latin typeface="Arial"/>
                <a:ea typeface="Arial"/>
                <a:cs typeface="Arial"/>
              </a:rPr>
              <a:t>مراجعتها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D35B6-8F55-4BEA-A230-AD712816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67450"/>
            <a:ext cx="24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FAA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AA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8931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2026-09-11T15:14:35.4670000Z</dcterms:created>
  <dcterms:modified xsi:type="dcterms:W3CDTF">2026-09-11T15:14:35.4670000Z</dcterms:modified>
</coreProperties>
</file>