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ed74fcb43ea40b8" /><Relationship Type="http://schemas.openxmlformats.org/officeDocument/2006/relationships/extended-properties" Target="/docProps/app.xml" Id="R654902af5cf74abb" /><Relationship Type="http://schemas.openxmlformats.org/officeDocument/2006/relationships/officeDocument" Target="/ppt/presentation.xml" Id="R1a25c9a46e9949d7" /></Relationships>
</file>

<file path=ppt/presentation.xml><?xml version="1.0" encoding="utf-8"?>
<p:presentation xmlns:p="http://schemas.openxmlformats.org/presentationml/2006/main">
  <p:sldMasterIdLst>
    <p:sldMasterId xmlns:r="http://schemas.openxmlformats.org/officeDocument/2006/relationships" id="2147483648" r:id="R96e4c55573ed439d"/>
  </p:sldMasterIdLst>
  <p:notesMasterIdLst>
    <p:notesMasterId xmlns:r="http://schemas.openxmlformats.org/officeDocument/2006/relationships" r:id="Rac43ed3560104a73"/>
  </p:notesMasterIdLst>
  <p:sldIdLst>
    <p:sldId xmlns:r="http://schemas.openxmlformats.org/officeDocument/2006/relationships" id="256" r:id="R99dc7c6af6bf44b3"/>
    <p:sldId xmlns:r="http://schemas.openxmlformats.org/officeDocument/2006/relationships" id="257" r:id="R5292ca38dd4449b0"/>
    <p:sldId xmlns:r="http://schemas.openxmlformats.org/officeDocument/2006/relationships" id="258" r:id="Ra7bc6901530c4763"/>
    <p:sldId xmlns:r="http://schemas.openxmlformats.org/officeDocument/2006/relationships" id="259" r:id="R9310f966f01d43e6"/>
    <p:sldId xmlns:r="http://schemas.openxmlformats.org/officeDocument/2006/relationships" id="260" r:id="R7e9264b9d5bb4a25"/>
    <p:sldId xmlns:r="http://schemas.openxmlformats.org/officeDocument/2006/relationships" id="261" r:id="R751d4b3895a34bd3"/>
    <p:sldId xmlns:r="http://schemas.openxmlformats.org/officeDocument/2006/relationships" id="262" r:id="R494a2ca46a4d4ac1"/>
    <p:sldId xmlns:r="http://schemas.openxmlformats.org/officeDocument/2006/relationships" id="263" r:id="R397ac1a0c1544244"/>
    <p:sldId xmlns:r="http://schemas.openxmlformats.org/officeDocument/2006/relationships" id="264" r:id="Rfd367ad8f52b4816"/>
    <p:sldId xmlns:r="http://schemas.openxmlformats.org/officeDocument/2006/relationships" id="265" r:id="R863bd5d07cc64f0a"/>
    <p:sldId xmlns:r="http://schemas.openxmlformats.org/officeDocument/2006/relationships" id="266" r:id="R17e9ebec5e84402a"/>
    <p:sldId xmlns:r="http://schemas.openxmlformats.org/officeDocument/2006/relationships" id="267" r:id="R6df767f8761a4b30"/>
    <p:sldId xmlns:r="http://schemas.openxmlformats.org/officeDocument/2006/relationships" id="268" r:id="R9f1bad14ca5f4c04"/>
    <p:sldId xmlns:r="http://schemas.openxmlformats.org/officeDocument/2006/relationships" id="269" r:id="Rd4ab3a07733c4bf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706589af69c4d80" /><Relationship Type="http://schemas.openxmlformats.org/officeDocument/2006/relationships/slideMaster" Target="/ppt/slideMasters/slideMaster1.xml" Id="R96e4c55573ed439d" /><Relationship Type="http://schemas.openxmlformats.org/officeDocument/2006/relationships/notesMaster" Target="/ppt/notesMasters/notesMaster1.xml" Id="Rac43ed3560104a73" /><Relationship Type="http://schemas.openxmlformats.org/officeDocument/2006/relationships/presProps" Target="/ppt/presProps.xml" Id="R949f7c1b27d2446e" /><Relationship Type="http://schemas.openxmlformats.org/officeDocument/2006/relationships/tableStyles" Target="/ppt/tableStyles.xml" Id="R4090b350d30c486b" /><Relationship Type="http://schemas.openxmlformats.org/officeDocument/2006/relationships/slide" Target="/ppt/slides/slide1.xml" Id="R99dc7c6af6bf44b3" /><Relationship Type="http://schemas.openxmlformats.org/officeDocument/2006/relationships/slide" Target="/ppt/slides/slide2.xml" Id="R5292ca38dd4449b0" /><Relationship Type="http://schemas.openxmlformats.org/officeDocument/2006/relationships/slide" Target="/ppt/slides/slide3.xml" Id="Ra7bc6901530c4763" /><Relationship Type="http://schemas.openxmlformats.org/officeDocument/2006/relationships/slide" Target="/ppt/slides/slide4.xml" Id="R9310f966f01d43e6" /><Relationship Type="http://schemas.openxmlformats.org/officeDocument/2006/relationships/slide" Target="/ppt/slides/slide5.xml" Id="R7e9264b9d5bb4a25" /><Relationship Type="http://schemas.openxmlformats.org/officeDocument/2006/relationships/slide" Target="/ppt/slides/slide6.xml" Id="R751d4b3895a34bd3" /><Relationship Type="http://schemas.openxmlformats.org/officeDocument/2006/relationships/slide" Target="/ppt/slides/slide7.xml" Id="R494a2ca46a4d4ac1" /><Relationship Type="http://schemas.openxmlformats.org/officeDocument/2006/relationships/slide" Target="/ppt/slides/slide8.xml" Id="R397ac1a0c1544244" /><Relationship Type="http://schemas.openxmlformats.org/officeDocument/2006/relationships/slide" Target="/ppt/slides/slide9.xml" Id="Rfd367ad8f52b4816" /><Relationship Type="http://schemas.openxmlformats.org/officeDocument/2006/relationships/slide" Target="/ppt/slides/slide10.xml" Id="R863bd5d07cc64f0a" /><Relationship Type="http://schemas.openxmlformats.org/officeDocument/2006/relationships/slide" Target="/ppt/slides/slide11.xml" Id="R17e9ebec5e84402a" /><Relationship Type="http://schemas.openxmlformats.org/officeDocument/2006/relationships/slide" Target="/ppt/slides/slide12.xml" Id="R6df767f8761a4b30" /><Relationship Type="http://schemas.openxmlformats.org/officeDocument/2006/relationships/slide" Target="/ppt/slides/slide13.xml" Id="R9f1bad14ca5f4c04" /><Relationship Type="http://schemas.openxmlformats.org/officeDocument/2006/relationships/slide" Target="/ppt/slides/slide14.xml" Id="Rd4ab3a07733c4bf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32ecc1e0a6b478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846a22f93dd489e" /><Relationship Type="http://schemas.openxmlformats.org/officeDocument/2006/relationships/notesMaster" Target="/ppt/notesMasters/notesMaster1.xml" Id="R4a8cce61fd6b4c36" /></Relationships>
</file>

<file path=ppt/notesSlides/_rels/notesSlide2.xml.rels>&#65279;<?xml version="1.0" encoding="utf-8"?><Relationships xmlns="http://schemas.openxmlformats.org/package/2006/relationships"><Relationship Type="http://schemas.openxmlformats.org/officeDocument/2006/relationships/slide" Target="/ppt/slides/slide2.xml" Id="R8dec256e374e4b25" /><Relationship Type="http://schemas.openxmlformats.org/officeDocument/2006/relationships/notesMaster" Target="/ppt/notesMasters/notesMaster1.xml" Id="R54567ec8d7da4272" /></Relationships>
</file>

<file path=ppt/notesSlides/_rels/notesSlide3.xml.rels>&#65279;<?xml version="1.0" encoding="utf-8"?><Relationships xmlns="http://schemas.openxmlformats.org/package/2006/relationships"><Relationship Type="http://schemas.openxmlformats.org/officeDocument/2006/relationships/slide" Target="/ppt/slides/slide3.xml" Id="Rdaed548d72274f4c" /><Relationship Type="http://schemas.openxmlformats.org/officeDocument/2006/relationships/notesMaster" Target="/ppt/notesMasters/notesMaster1.xml" Id="Rb31c098d75c04d34" /></Relationships>
</file>

<file path=ppt/notesSlides/_rels/notesSlide4.xml.rels>&#65279;<?xml version="1.0" encoding="utf-8"?><Relationships xmlns="http://schemas.openxmlformats.org/package/2006/relationships"><Relationship Type="http://schemas.openxmlformats.org/officeDocument/2006/relationships/slide" Target="/ppt/slides/slide4.xml" Id="Ra2ecbaf6610e4efb" /><Relationship Type="http://schemas.openxmlformats.org/officeDocument/2006/relationships/notesMaster" Target="/ppt/notesMasters/notesMaster1.xml" Id="Ra0adc1751957495f" /></Relationships>
</file>

<file path=ppt/notesSlides/_rels/notesSlide5.xml.rels>&#65279;<?xml version="1.0" encoding="utf-8"?><Relationships xmlns="http://schemas.openxmlformats.org/package/2006/relationships"><Relationship Type="http://schemas.openxmlformats.org/officeDocument/2006/relationships/slide" Target="/ppt/slides/slide5.xml" Id="R16e8e7d8f8d44c19" /><Relationship Type="http://schemas.openxmlformats.org/officeDocument/2006/relationships/notesMaster" Target="/ppt/notesMasters/notesMaster1.xml" Id="R919c140a46b8467c" /></Relationships>
</file>

<file path=ppt/notesSlides/_rels/notesSlide6.xml.rels>&#65279;<?xml version="1.0" encoding="utf-8"?><Relationships xmlns="http://schemas.openxmlformats.org/package/2006/relationships"><Relationship Type="http://schemas.openxmlformats.org/officeDocument/2006/relationships/slide" Target="/ppt/slides/slide6.xml" Id="R8ce69188b9e14101" /><Relationship Type="http://schemas.openxmlformats.org/officeDocument/2006/relationships/notesMaster" Target="/ppt/notesMasters/notesMaster1.xml" Id="R9774e0bf7fd344ec" /></Relationships>
</file>

<file path=ppt/notesSlides/_rels/notesSlide7.xml.rels>&#65279;<?xml version="1.0" encoding="utf-8"?><Relationships xmlns="http://schemas.openxmlformats.org/package/2006/relationships"><Relationship Type="http://schemas.openxmlformats.org/officeDocument/2006/relationships/slide" Target="/ppt/slides/slide7.xml" Id="R65b1768f21854b61" /><Relationship Type="http://schemas.openxmlformats.org/officeDocument/2006/relationships/notesMaster" Target="/ppt/notesMasters/notesMaster1.xml" Id="Rb2359219e8754f3b" /></Relationships>
</file>

<file path=ppt/notesSlides/_rels/notesSlide8.xml.rels>&#65279;<?xml version="1.0" encoding="utf-8"?><Relationships xmlns="http://schemas.openxmlformats.org/package/2006/relationships"><Relationship Type="http://schemas.openxmlformats.org/officeDocument/2006/relationships/slide" Target="/ppt/slides/slide8.xml" Id="Re6f041ab139b4c00" /><Relationship Type="http://schemas.openxmlformats.org/officeDocument/2006/relationships/notesMaster" Target="/ppt/notesMasters/notesMaster1.xml" Id="R6fac93ba5aaa4fe6" /></Relationships>
</file>

<file path=ppt/notesSlides/_rels/notesSlide9.xml.rels>&#65279;<?xml version="1.0" encoding="utf-8"?><Relationships xmlns="http://schemas.openxmlformats.org/package/2006/relationships"><Relationship Type="http://schemas.openxmlformats.org/officeDocument/2006/relationships/slide" Target="/ppt/slides/slide9.xml" Id="Re44d60b6920940e4" /><Relationship Type="http://schemas.openxmlformats.org/officeDocument/2006/relationships/notesMaster" Target="/ppt/notesMasters/notesMaster1.xml" Id="Rc8ef1cdb661d4c2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0caa1d9781b47b7" /><Relationship Type="http://schemas.openxmlformats.org/officeDocument/2006/relationships/notesMaster" Target="/ppt/notesMasters/notesMaster1.xml" Id="Rcfc6f10f86694c1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67bd77873454a8e" /><Relationship Type="http://schemas.openxmlformats.org/officeDocument/2006/relationships/notesMaster" Target="/ppt/notesMasters/notesMaster1.xml" Id="R28dd82de12d841c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d50ec41160044c8" /><Relationship Type="http://schemas.openxmlformats.org/officeDocument/2006/relationships/notesMaster" Target="/ppt/notesMasters/notesMaster1.xml" Id="R2292bc626aa1403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900ae62ed664587" /><Relationship Type="http://schemas.openxmlformats.org/officeDocument/2006/relationships/notesMaster" Target="/ppt/notesMasters/notesMaster1.xml" Id="R76c280fe75a9452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9a01b4809e348b7" /><Relationship Type="http://schemas.openxmlformats.org/officeDocument/2006/relationships/notesMaster" Target="/ppt/notesMasters/notesMaster1.xml" Id="Rcbd9936bee014ea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سَنَد نموذج أولي عامل على رابط مستقل. يحفظ نسخة الوثيقة ويربطها بملف الحالة ويساعد الموظف في المراجعة. العرض يستخدم بيانات وهمية. الصلة المقترحة بمسار أمن المنافذ وتحدي الإجراءات الخاصة بمخالفي نظام الإقامة بإدارات الوافدين. المصدر: https://hackathon.prx.ejadtech.sa/challenges</a:t>
            </a:r>
          </a:p>
          <a:p xmlns:a="http://schemas.openxmlformats.org/drawingml/2006/main">
            <a:r>
              <a:t/>
            </a:r>
          </a:p>
          <a:p xmlns:a="http://schemas.openxmlformats.org/drawingml/2006/main">
            <a:r>
              <a:t>نص الشريحة:</a:t>
            </a:r>
          </a:p>
          <a:p xmlns:a="http://schemas.openxmlformats.org/drawingml/2006/main">
            <a:r>
              <a:t>سَنَد</a:t>
            </a:r>
          </a:p>
          <a:p xmlns:a="http://schemas.openxmlformats.org/drawingml/2006/main">
            <a:r>
              <a:t>نسخة محفوظة قبل الوصول</a:t>
            </a:r>
          </a:p>
          <a:p xmlns:a="http://schemas.openxmlformats.org/drawingml/2006/main">
            <a:r>
              <a:t>ومستند متاح وقت المراجعة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المصدر الميداني: إفادة مختص في إدارة الوافدين وأسئلة متابعة نقلها صاحب المشروع. لا توجد أسماء أو حالات فعلية في العرض. المصدر التقني: سجل تحقق سَنَد 1.3 بتاريخ 12 سبتمبر 2026. شرحت الإفادة أن صور الجوازات غير محفوظة في النظام الموصوف، رغم وجود بيانات الدخول. لا أعمم ذلك على جميع الأنظمة. أسئلة المتابعة حددت أن الحاجة هي المستند المتاح للمراجعة.</a:t>
            </a:r>
          </a:p>
          <a:p xmlns:a="http://schemas.openxmlformats.org/drawingml/2006/main">
            <a:r>
              <a:t/>
            </a:r>
          </a:p>
          <a:p xmlns:a="http://schemas.openxmlformats.org/drawingml/2006/main">
            <a:r>
              <a:t>نص الشريحة:</a:t>
            </a:r>
          </a:p>
          <a:p xmlns:a="http://schemas.openxmlformats.org/drawingml/2006/main">
            <a:r>
              <a:t>غياب نسخة الجواز</a:t>
            </a:r>
          </a:p>
          <a:p xmlns:a="http://schemas.openxmlformats.org/drawingml/2006/main">
            <a:r>
              <a:t>قد تتوفر بيانات الجواز، وتغيب النسخة عند مراجعة القنصلية</a:t>
            </a:r>
          </a:p>
          <a:p xmlns:a="http://schemas.openxmlformats.org/drawingml/2006/main">
            <a:r>
              <a:t/>
            </a:r>
          </a:p>
          <a:p xmlns:a="http://schemas.openxmlformats.org/drawingml/2006/main">
            <a:r>
              <a:t>فقدان الأصل قد يؤخر بعض إجراءات وثيقة السفر البديلة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المصدر الميداني: إفادة مختص في إدارة الوافدين وأسئلة متابعة نقلها صاحب المشروع. لا توجد أسماء أو حالات فعلية في العرض. المصدر التقني: سجل تحقق سَنَد 1.3 بتاريخ 12 سبتمبر 2026. لا يرتبط الحل بقنصلية محددة. قد تساعد الصورة في بعض الحالات ويستمر الخلاف في حالات أخرى. لا يستنتج المساعد الجنسية من الاسم أو الملامح ولا يقرر إبعادًا أو منعًا.</a:t>
            </a:r>
          </a:p>
          <a:p xmlns:a="http://schemas.openxmlformats.org/drawingml/2006/main">
            <a:r>
              <a:t/>
            </a:r>
          </a:p>
          <a:p xmlns:a="http://schemas.openxmlformats.org/drawingml/2006/main">
            <a:r>
              <a:t>نص الشريحة:</a:t>
            </a:r>
          </a:p>
          <a:p xmlns:a="http://schemas.openxmlformats.org/drawingml/2006/main">
            <a:r>
              <a:t>ما الذي تساعد فيه النسخة</a:t>
            </a:r>
          </a:p>
          <a:p xmlns:a="http://schemas.openxmlformats.org/drawingml/2006/main">
            <a:r>
              <a:t>تتيح للموظف مستندًا إضافيًا يرجع له ويضمه للملف</a:t>
            </a:r>
          </a:p>
          <a:p xmlns:a="http://schemas.openxmlformats.org/drawingml/2006/main">
            <a:r>
              <a:t/>
            </a:r>
          </a:p>
          <a:p xmlns:a="http://schemas.openxmlformats.org/drawingml/2006/main">
            <a:r>
              <a:t>الجواز المستعار لا يثبت جنسية حامله وحده</a:t>
            </a:r>
          </a:p>
          <a:p xmlns:a="http://schemas.openxmlformats.org/drawingml/2006/main">
            <a:r>
              <a:t/>
            </a:r>
          </a:p>
          <a:p xmlns:a="http://schemas.openxmlformats.org/drawingml/2006/main">
            <a:r>
              <a:t>قبول المستند وإصدار وثيقة السفر لدى الجهة المختصة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افتح ما قبل الوصول ثم المثال الجاهز، أو أنشئ طلبًا بعينة وهمية. الملف محفوظ فعلًا قبل الحالة؛ وعند تسجيل الدخول تُربط النسخة دون إعادة رفعها. التسليم والاستلام داخل قاعدة سَنَد فقط. لا يوجد اتصال بالخارجية أو الداخلية أو إصدار تأشيرة. تحدد الجهات قناة الجمع الرسمية وفق نوع التأشيرة.</a:t>
            </a:r>
          </a:p>
          <a:p xmlns:a="http://schemas.openxmlformats.org/drawingml/2006/main">
            <a:r>
              <a:t/>
            </a:r>
          </a:p>
          <a:p xmlns:a="http://schemas.openxmlformats.org/drawingml/2006/main">
            <a:r>
              <a:t>نص الشريحة:</a:t>
            </a:r>
          </a:p>
          <a:p xmlns:a="http://schemas.openxmlformats.org/drawingml/2006/main">
            <a:r>
              <a:t>الحفظ قبل الوصول</a:t>
            </a:r>
          </a:p>
          <a:p xmlns:a="http://schemas.openxmlformats.org/drawingml/2006/main">
            <a:r>
              <a:t>١  حفظ النسخة مع طلب التأشيرة التجريبي</a:t>
            </a:r>
          </a:p>
          <a:p xmlns:a="http://schemas.openxmlformats.org/drawingml/2006/main">
            <a:r>
              <a:t>٢  مراجعة الحقول وتسجيل الملاحظة</a:t>
            </a:r>
          </a:p>
          <a:p xmlns:a="http://schemas.openxmlformats.org/drawingml/2006/main">
            <a:r>
              <a:t>٣  تسليم واستلام بإيصال محفوظ</a:t>
            </a:r>
          </a:p>
          <a:p xmlns:a="http://schemas.openxmlformats.org/drawingml/2006/main">
            <a:r>
              <a:t>٤  ربط النسخة نفسها بملف الدخول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العينة أصلية من مواد المشروع، وليست جوازًا حقيقيًا. قراءة Tesseract فعلية للصور الإنجليزية واللاتينية ومنطقة القراءة الآلية. PDF للحفظ والمراجعة اليدوية في هذه النسخة. درجة القراءة لا تثبت صحة المستند ولا تعمم على وثائق فعلية.</a:t>
            </a:r>
          </a:p>
          <a:p xmlns:a="http://schemas.openxmlformats.org/drawingml/2006/main">
            <a:r>
              <a:t/>
            </a:r>
          </a:p>
          <a:p xmlns:a="http://schemas.openxmlformats.org/drawingml/2006/main">
            <a:r>
              <a:t>نص الشريحة:</a:t>
            </a:r>
          </a:p>
          <a:p xmlns:a="http://schemas.openxmlformats.org/drawingml/2006/main">
            <a:r>
              <a:t>مراجعة الحقول بجانب المستند</a:t>
            </a:r>
          </a:p>
          <a:p xmlns:a="http://schemas.openxmlformats.org/drawingml/2006/main">
            <a:r>
              <a:t>الاسم ورقم الوثيقة</a:t>
            </a:r>
          </a:p>
          <a:p xmlns:a="http://schemas.openxmlformats.org/drawingml/2006/main">
            <a:r>
              <a:t>والجنسية المكتوبة والتواريخ</a:t>
            </a:r>
          </a:p>
          <a:p xmlns:a="http://schemas.openxmlformats.org/drawingml/2006/main">
            <a:r>
              <a:t/>
            </a:r>
          </a:p>
          <a:p xmlns:a="http://schemas.openxmlformats.org/drawingml/2006/main">
            <a:r>
              <a:t>قراءة آلية ثم مراجعة الموظف</a:t>
            </a:r>
          </a:p>
          <a:p xmlns:a="http://schemas.openxmlformats.org/drawingml/2006/main">
            <a:r>
              <a:t/>
            </a:r>
          </a:p>
          <a:p xmlns:a="http://schemas.openxmlformats.org/drawingml/2006/main">
            <a:r>
              <a:t>الاختلاف يظل ظاهرًا للمراجعة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مثال سؤال: جهز ملخص الملف للمراجعة. يعرض النظام المراجع والنص قبل الصياغة لتتم مراجعته. أسئلة التأشيرة والحركات تُجاب مباشرة من السجل. تُرسل النصوص الاصطناعية اللازمة إلى Groq دون صور الوثائق. المساعد لا يثبت الجنسية ولا يتخذ قرارًا رسميًا. جُرب التوليد الفعلي في النسخة المنشورة.</a:t>
            </a:r>
          </a:p>
          <a:p xmlns:a="http://schemas.openxmlformats.org/drawingml/2006/main">
            <a:r>
              <a:t/>
            </a:r>
          </a:p>
          <a:p xmlns:a="http://schemas.openxmlformats.org/drawingml/2006/main">
            <a:r>
              <a:t>نص الشريحة:</a:t>
            </a:r>
          </a:p>
          <a:p xmlns:a="http://schemas.openxmlformats.org/drawingml/2006/main">
            <a:r>
              <a:t>مساعد بإجابات لها مراجع</a:t>
            </a:r>
          </a:p>
          <a:p xmlns:a="http://schemas.openxmlformats.org/drawingml/2006/main">
            <a:r>
              <a:t>قراءة للصورة وفهم محلي للسؤال</a:t>
            </a:r>
          </a:p>
          <a:p xmlns:a="http://schemas.openxmlformats.org/drawingml/2006/main">
            <a:r>
              <a:t/>
            </a:r>
          </a:p>
          <a:p xmlns:a="http://schemas.openxmlformats.org/drawingml/2006/main">
            <a:r>
              <a:t>صياغة مسودة عبر Groq من نصوص الملف</a:t>
            </a:r>
          </a:p>
          <a:p xmlns:a="http://schemas.openxmlformats.org/drawingml/2006/main">
            <a:r>
              <a:t/>
            </a:r>
          </a:p>
          <a:p xmlns:a="http://schemas.openxmlformats.org/drawingml/2006/main">
            <a:r>
              <a:t>مراجع قابلة للفتح ورد محلي عند تعطل التوليد</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الخانات مستمدة من أسماء الحقول التي شرحها المختص. نُقلت الخانات فقط وكل القيم وهمية. يمكن إضافة أكثر من حركة، وفتح الوثيقة المرتبطة بكل طرف. رقم المشغّل مستقل عن الوثيقة وسجل السفر. تُحفظ التواريخ بتقويمها، وآخر دخول يحدده الموظف.</a:t>
            </a:r>
          </a:p>
          <a:p xmlns:a="http://schemas.openxmlformats.org/drawingml/2006/main">
            <a:r>
              <a:t/>
            </a:r>
          </a:p>
          <a:p xmlns:a="http://schemas.openxmlformats.org/drawingml/2006/main">
            <a:r>
              <a:t>نص الشريحة:</a:t>
            </a:r>
          </a:p>
          <a:p xmlns:a="http://schemas.openxmlformats.org/drawingml/2006/main">
            <a:r>
              <a:t>خانات المسافر وحركات السفر</a:t>
            </a:r>
          </a:p>
          <a:p xmlns:a="http://schemas.openxmlformats.org/drawingml/2006/main">
            <a:r>
              <a:t>بيانات الزائر والجواز والتأشيرة</a:t>
            </a:r>
          </a:p>
          <a:p xmlns:a="http://schemas.openxmlformats.org/drawingml/2006/main">
            <a:r>
              <a:t/>
            </a:r>
          </a:p>
          <a:p xmlns:a="http://schemas.openxmlformats.org/drawingml/2006/main">
            <a:r>
              <a:t>تفاصيل تفتح بالموجب وتُطوى بالسالب</a:t>
            </a:r>
          </a:p>
          <a:p xmlns:a="http://schemas.openxmlformats.org/drawingml/2006/main">
            <a:r>
              <a:t/>
            </a:r>
          </a:p>
          <a:p xmlns:a="http://schemas.openxmlformats.org/drawingml/2006/main">
            <a:r>
              <a:t>دخول وخروج بوثائقهما ومعرّفات مستقلة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المصدر الميداني: إفادة مختص في إدارة الوافدين وأسئلة متابعة نقلها صاحب المشروع. لا توجد أسماء أو حالات فعلية في العرض. المصدر التقني: سجل تحقق سَنَد 1.3 بتاريخ 12 سبتمبر 2026. تسجيل المغادرة بوثيقة بديلة يعمل بحسب الإفادة. سَنَد يحفظ المستندات وروابطها. افتح ليلى حسن ثم الأوامر ومستنداتها. التثبيت يحتاج جوازًا تمت مراجعته والوثيقة البديلة الموجودة. الحزمة لا تفعّل منعًا ولا تنفذ إبعادًا أو أي إجراء رسمي.</a:t>
            </a:r>
          </a:p>
          <a:p xmlns:a="http://schemas.openxmlformats.org/drawingml/2006/main">
            <a:r>
              <a:t/>
            </a:r>
          </a:p>
          <a:p xmlns:a="http://schemas.openxmlformats.org/drawingml/2006/main">
            <a:r>
              <a:t>نص الشريحة:</a:t>
            </a:r>
          </a:p>
          <a:p xmlns:a="http://schemas.openxmlformats.org/drawingml/2006/main">
            <a:r>
              <a:t>الاحتفاظ بالوثيقة البديلة</a:t>
            </a:r>
          </a:p>
          <a:p xmlns:a="http://schemas.openxmlformats.org/drawingml/2006/main">
            <a:r>
              <a:t>الجواز والوثيقة البديلة في ملف الحالة نفسه</a:t>
            </a:r>
          </a:p>
          <a:p xmlns:a="http://schemas.openxmlformats.org/drawingml/2006/main">
            <a:r>
              <a:t/>
            </a:r>
          </a:p>
          <a:p xmlns:a="http://schemas.openxmlformats.org/drawingml/2006/main">
            <a:r>
              <a:t>مرجع أمر تجريبي مرتبط بالمستندات</a:t>
            </a:r>
          </a:p>
          <a:p xmlns:a="http://schemas.openxmlformats.org/drawingml/2006/main">
            <a:r>
              <a:t/>
            </a:r>
          </a:p>
          <a:p xmlns:a="http://schemas.openxmlformats.org/drawingml/2006/main">
            <a:r>
              <a:t>حزمة ثابتة بعد مراجعة النسخ المختارة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لوحة سَنَد تخص سجلات الحساب التجريبية فقط. الموعد يؤخذ من مصدر صريح، ولا يستنتج من انتهاء التأشيرة. اختلاف التقويم أو غياب الموعد يترك النتيجة غير كافية. يمكن تصدير النتائج الظاهرة إلى CSV. مثال الموعد في ملف ما قبل الوصول افتراضي بتاريخ 20 سبتمبر 2026.</a:t>
            </a:r>
          </a:p>
          <a:p xmlns:a="http://schemas.openxmlformats.org/drawingml/2006/main">
            <a:r>
              <a:t/>
            </a:r>
          </a:p>
          <a:p xmlns:a="http://schemas.openxmlformats.org/drawingml/2006/main">
            <a:r>
              <a:t>نص الشريحة:</a:t>
            </a:r>
          </a:p>
          <a:p xmlns:a="http://schemas.openxmlformats.org/drawingml/2006/main">
            <a:r>
              <a:t>إحصاءات السجلات المتاحة</a:t>
            </a:r>
          </a:p>
          <a:p xmlns:a="http://schemas.openxmlformats.org/drawingml/2006/main">
            <a:r>
              <a:t>عدد الملفات منفصل عن عدد الحركات</a:t>
            </a:r>
          </a:p>
          <a:p xmlns:a="http://schemas.openxmlformats.org/drawingml/2006/main">
            <a:r>
              <a:t/>
            </a:r>
          </a:p>
          <a:p xmlns:a="http://schemas.openxmlformats.org/drawingml/2006/main">
            <a:r>
              <a:t>تصفية حسب التأشيرة وموعد مغادرة مدخل</a:t>
            </a:r>
          </a:p>
          <a:p xmlns:a="http://schemas.openxmlformats.org/drawingml/2006/main">
            <a:r>
              <a:t/>
            </a:r>
          </a:p>
          <a:p xmlns:a="http://schemas.openxmlformats.org/drawingml/2006/main">
            <a:r>
              <a:t>غياب خروج مرتبط يظهر للمراجعة، ولا يثبت مخالفة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المصدر: سجل تحقق الإصدار 1.3 في docs/VERIFICATION.md. تشمل الفحوص التخزين والمصادقة والعزل ومنع التكرار وتعارض التعديلات وربط المستندات. الجاهزية هنا للتجربة والعرض ببيانات وهمية؛ لا تعني اعتمادًا أمنيًا أو تشغيلًا حكوميًا. استُخدمت أدوات ذكاء اصطناعي في تطوير النموذج.</a:t>
            </a:r>
          </a:p>
          <a:p xmlns:a="http://schemas.openxmlformats.org/drawingml/2006/main">
            <a:r>
              <a:t/>
            </a:r>
          </a:p>
          <a:p xmlns:a="http://schemas.openxmlformats.org/drawingml/2006/main">
            <a:r>
              <a:t>نص الشريحة:</a:t>
            </a:r>
          </a:p>
          <a:p xmlns:a="http://schemas.openxmlformats.org/drawingml/2006/main">
            <a:r>
              <a:t>نموذج جاهز للتجربة</a:t>
            </a:r>
          </a:p>
          <a:p xmlns:a="http://schemas.openxmlformats.org/drawingml/2006/main">
            <a:r>
              <a:t>رابط مستقل ودخول خاص</a:t>
            </a:r>
          </a:p>
          <a:p xmlns:a="http://schemas.openxmlformats.org/drawingml/2006/main">
            <a:r>
              <a:t/>
            </a:r>
          </a:p>
          <a:p xmlns:a="http://schemas.openxmlformats.org/drawingml/2006/main">
            <a:r>
              <a:t>وظائف محفوظة ومساعد توليدي جُرب فعليًا</a:t>
            </a:r>
          </a:p>
          <a:p xmlns:a="http://schemas.openxmlformats.org/drawingml/2006/main">
            <a:r>
              <a:t/>
            </a:r>
          </a:p>
          <a:p xmlns:a="http://schemas.openxmlformats.org/drawingml/2006/main">
            <a:r>
              <a:t>٥٦ اختبارًا ناجحًا وفحص للمتصفح والجوال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هذه خطة تجربة وليست نتائج مثبتة. نقارن مهام متكافئة على ملفات اصطناعية، ونقيس الزمن والأخطاء وصحة المصادر. يمكن لاحقًا قياس طلبات الاستكمال والتأخير في تجربة مصرح بها، مع فصل العوامل الأخرى المؤثرة على الإجراء.</a:t>
            </a:r>
          </a:p>
          <a:p xmlns:a="http://schemas.openxmlformats.org/drawingml/2006/main">
            <a:r>
              <a:t/>
            </a:r>
          </a:p>
          <a:p xmlns:a="http://schemas.openxmlformats.org/drawingml/2006/main">
            <a:r>
              <a:t>نص الشريحة:</a:t>
            </a:r>
          </a:p>
          <a:p xmlns:a="http://schemas.openxmlformats.org/drawingml/2006/main">
            <a:r>
              <a:t>قياس الأثر</a:t>
            </a:r>
          </a:p>
          <a:p xmlns:a="http://schemas.openxmlformats.org/drawingml/2006/main">
            <a:r>
              <a:t>زمن العثور على النسخة وتجهيز الحزمة</a:t>
            </a:r>
          </a:p>
          <a:p xmlns:a="http://schemas.openxmlformats.org/drawingml/2006/main">
            <a:r>
              <a:t/>
            </a:r>
          </a:p>
          <a:p xmlns:a="http://schemas.openxmlformats.org/drawingml/2006/main">
            <a:r>
              <a:t>دقة الحقول وصحة المراجع</a:t>
            </a:r>
          </a:p>
          <a:p xmlns:a="http://schemas.openxmlformats.org/drawingml/2006/main">
            <a:r>
              <a:t/>
            </a:r>
          </a:p>
          <a:p xmlns:a="http://schemas.openxmlformats.org/drawingml/2006/main">
            <a:r>
              <a:t>الأثر على التوقيف والتكلفة يحتاج قياسًا ميدانيًا</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افتراض تخطيطي للنقاش: 12 إلى 18 شهر عمل بشري، مضروبة في 20 ألف ريال، تعطي 240 إلى 360 ألف ريال. لا يشمل البنية والتكامل الخارجي والضرائب، وليس عرض سعر. تتغير الخطة بعد تحديد النطاق وإتاحة الوصول والموافقات. لا تعد هذه المراحل التزامًا مؤسسيًا.</a:t>
            </a:r>
          </a:p>
          <a:p xmlns:a="http://schemas.openxmlformats.org/drawingml/2006/main">
            <a:r>
              <a:t/>
            </a:r>
          </a:p>
          <a:p xmlns:a="http://schemas.openxmlformats.org/drawingml/2006/main">
            <a:r>
              <a:t>نص الشريحة:</a:t>
            </a:r>
          </a:p>
          <a:p xmlns:a="http://schemas.openxmlformats.org/drawingml/2006/main">
            <a:r>
              <a:t>خطة التبني المقترحة</a:t>
            </a:r>
          </a:p>
          <a:p xmlns:a="http://schemas.openxmlformats.org/drawingml/2006/main">
            <a:r>
              <a:t>١  تحديد المصدر والصلاحيات</a:t>
            </a:r>
          </a:p>
          <a:p xmlns:a="http://schemas.openxmlformats.org/drawingml/2006/main">
            <a:r>
              <a:t>٢ و٣  تكامل قناة واحدة واختبار الاسترجاع</a:t>
            </a:r>
          </a:p>
          <a:p xmlns:a="http://schemas.openxmlformats.org/drawingml/2006/main">
            <a:r>
              <a:t>٤  الحماية والاحتفاظ والتعافي</a:t>
            </a:r>
          </a:p>
          <a:p xmlns:a="http://schemas.openxmlformats.org/drawingml/2006/main">
            <a:r>
              <a:t>٥ و٦  تجربة محدودة وقياس الأثر</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المصدر الرسمي للأوزان: https://hackathon.prx.ejadtech.sa/judging-criteria - اطلع عليه في 12 سبتمبر 2026. زاوية الابتكار جمع الحفظ المبكر والمراجعة بالمصدر وحفظ الوثيقة البديلة؛ لا ندعي تفرد الأرشفة أو OCR عالميًا. قبل التسليم يراجع الفريق شروط الأصالة وسياسة استخدام الأدوات والعمل السابق مع المنظم: https://hackathon.prx.ejadtech.sa/terms</a:t>
            </a:r>
          </a:p>
          <a:p xmlns:a="http://schemas.openxmlformats.org/drawingml/2006/main">
            <a:r>
              <a:t/>
            </a:r>
          </a:p>
          <a:p xmlns:a="http://schemas.openxmlformats.org/drawingml/2006/main">
            <a:r>
              <a:t>نص الشريحة:</a:t>
            </a:r>
          </a:p>
          <a:p xmlns:a="http://schemas.openxmlformats.org/drawingml/2006/main">
            <a:r>
              <a:t>التركيز في التحكيم</a:t>
            </a:r>
          </a:p>
          <a:p xmlns:a="http://schemas.openxmlformats.org/drawingml/2006/main">
            <a:r>
              <a:t>الأثر ٣٠٪  |  التنفيذ ٢٥٪  |  الابتكار ٢٠٪</a:t>
            </a:r>
          </a:p>
          <a:p xmlns:a="http://schemas.openxmlformats.org/drawingml/2006/main">
            <a:r>
              <a:t/>
            </a:r>
          </a:p>
          <a:p xmlns:a="http://schemas.openxmlformats.org/drawingml/2006/main">
            <a:r>
              <a:t>الاستدامة ١٥٪  |  العرض ١٠٪</a:t>
            </a:r>
          </a:p>
          <a:p xmlns:a="http://schemas.openxmlformats.org/drawingml/2006/main">
            <a:r>
              <a:t/>
            </a:r>
          </a:p>
          <a:p xmlns:a="http://schemas.openxmlformats.org/drawingml/2006/main">
            <a:r>
              <a:t>قوة العرض في المشكلة المحددة والتجربة والقياس</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الرابط: https://sanad.songokualshareef.workers.dev - الدخول خاص. اقتراح للفريق: نجرب المسار معًا، نتفق على النطاق، ونقسم تطوير التجربة وقياس الأثر وتجهيز العرض حسب المهارات. لا توجد كلمات مرور أو مفاتيح في هذه الحزمة. أسماء الحالات اصطناعية.</a:t>
            </a:r>
          </a:p>
          <a:p xmlns:a="http://schemas.openxmlformats.org/drawingml/2006/main">
            <a:r>
              <a:t/>
            </a:r>
          </a:p>
          <a:p xmlns:a="http://schemas.openxmlformats.org/drawingml/2006/main">
            <a:r>
              <a:t>نص الشريحة:</a:t>
            </a:r>
          </a:p>
          <a:p xmlns:a="http://schemas.openxmlformats.org/drawingml/2006/main">
            <a:r>
              <a:t>تجربة سَنَد</a:t>
            </a:r>
          </a:p>
          <a:p xmlns:a="http://schemas.openxmlformats.org/drawingml/2006/main">
            <a:r>
              <a:t>افتح ما قبل الوصول</a:t>
            </a:r>
          </a:p>
          <a:p xmlns:a="http://schemas.openxmlformats.org/drawingml/2006/main">
            <a:r>
              <a:t>راجع الجواز والوثيقة البديلة في ملف ليلى</a:t>
            </a:r>
          </a:p>
          <a:p xmlns:a="http://schemas.openxmlformats.org/drawingml/2006/main">
            <a:r>
              <a:t>شاهد الإحصاءات وحدود المقارنة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af99fc795b046e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125a7c9330c441f" /><Relationship Type="http://schemas.openxmlformats.org/officeDocument/2006/relationships/slideLayout" Target="/ppt/slideLayouts/slideLayout1.xml" Id="R1767d6e5a9ee4d9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767d6e5a9ee4d9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374461719954b7b" /><Relationship Type="http://schemas.openxmlformats.org/officeDocument/2006/relationships/notesSlide" Target="/ppt/notesSlides/notesSlide1.xml" Id="R86d1f651deb94a6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4fd395a4e084683" /><Relationship Type="http://schemas.openxmlformats.org/officeDocument/2006/relationships/notesSlide" Target="/ppt/notesSlides/notesSlide2.xml" Id="R0cdce93f0e0343f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b1d640234f94439" /><Relationship Type="http://schemas.openxmlformats.org/officeDocument/2006/relationships/notesSlide" Target="/ppt/notesSlides/notesSlide3.xml" Id="Ree25e5d1d69b45d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d305c3b5c98498d" /><Relationship Type="http://schemas.openxmlformats.org/officeDocument/2006/relationships/notesSlide" Target="/ppt/notesSlides/notesSlide4.xml" Id="Rcfb6d3ed3678404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b0ead017b0e4ebf" /><Relationship Type="http://schemas.openxmlformats.org/officeDocument/2006/relationships/image" Target="/ppt/media/image.png" Id="Re5d79987091e460a" /><Relationship Type="http://schemas.openxmlformats.org/officeDocument/2006/relationships/notesSlide" Target="/ppt/notesSlides/notesSlide5.xml" Id="R8524278bb64142d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99432ecac32404b" /><Relationship Type="http://schemas.openxmlformats.org/officeDocument/2006/relationships/notesSlide" Target="/ppt/notesSlides/notesSlide6.xml" Id="R31ff7fb7ac534c0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c8e81710c0b41ed" /><Relationship Type="http://schemas.openxmlformats.org/officeDocument/2006/relationships/notesSlide" Target="/ppt/notesSlides/notesSlide7.xml" Id="R737286e9c631425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d2778b2b6db462c" /><Relationship Type="http://schemas.openxmlformats.org/officeDocument/2006/relationships/notesSlide" Target="/ppt/notesSlides/notesSlide8.xml" Id="R621ea6804bae40d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b0b80ff3d744b2f" /><Relationship Type="http://schemas.openxmlformats.org/officeDocument/2006/relationships/notesSlide" Target="/ppt/notesSlides/notesSlide9.xml" Id="Rc2a5df1595cc440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0021b6c1f9a4d9a" /><Relationship Type="http://schemas.openxmlformats.org/officeDocument/2006/relationships/notesSlide" Target="/ppt/notesSlides/notesSlide10.xml" Id="Raf7a10c4fed1407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35c0602ea584a0c" /><Relationship Type="http://schemas.openxmlformats.org/officeDocument/2006/relationships/notesSlide" Target="/ppt/notesSlides/notesSlide11.xml" Id="Ra456ed3c5c844fc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57df5b88c6f429c" /><Relationship Type="http://schemas.openxmlformats.org/officeDocument/2006/relationships/notesSlide" Target="/ppt/notesSlides/notesSlide12.xml" Id="Re2c8d8abe70546d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8fada818ea44c8a" /><Relationship Type="http://schemas.openxmlformats.org/officeDocument/2006/relationships/notesSlide" Target="/ppt/notesSlides/notesSlide13.xml" Id="R466e092b041d4a2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c24459f15184374" /><Relationship Type="http://schemas.openxmlformats.org/officeDocument/2006/relationships/notesSlide" Target="/ppt/notesSlides/notesSlide14.xml" Id="Rc5f56056b9e54219" /></Relationships>
</file>

<file path=ppt/slides/slide1.xml><?xml version="1.0" encoding="utf-8"?>
<p:sld xmlns:p="http://schemas.openxmlformats.org/presentationml/2006/main">
  <p:cSld>
    <p:bg>
      <p:bgPr>
        <a:solidFill xmlns:a="http://schemas.openxmlformats.org/drawingml/2006/main">
          <a:srgbClr val="132333"/>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4A14AB5-A911-4821-B1DE-3486FA6576B8}"/>
              </a:ext>
            </a:extLst>
          </p:cNvPr>
          <p:cNvSpPr>
            <a:spLocks xmlns:a="http://schemas.openxmlformats.org/drawingml/2006/main" noGrp="1"/>
          </p:cNvSpPr>
          <p:nvPr/>
        </p:nvSpPr>
        <p:spPr>
          <a:xfrm xmlns:a="http://schemas.openxmlformats.org/drawingml/2006/main">
            <a:off x="10858500" y="590550"/>
            <a:ext cx="57150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B4D7C7"/>
                </a:solidFill>
                <a:latin typeface="Arial"/>
                <a:ea typeface="Arial"/>
                <a:cs typeface="Arial"/>
              </a:defRPr>
            </a:pPr>
            <a:r>
              <a:rPr sz="1725" b="0">
                <a:solidFill>
                  <a:srgbClr val="B4D7C7"/>
                </a:solidFill>
                <a:latin typeface="Arial"/>
                <a:ea typeface="Arial"/>
                <a:cs typeface="Arial"/>
              </a:rPr>
              <a:t>مراجعة</a:t>
            </a:r>
          </a:p>
        </p:txBody>
      </p:sp>
      <p:sp>
        <p:nvSpPr>
          <p:cNvPr id="2" name="">
            <a:extLst xmlns:a="http://schemas.openxmlformats.org/drawingml/2006/main">
              <a:ext uri="{FF2B5EF4-FFF2-40B4-BE49-F238E27FC236}">
                <a16:creationId xmlns:a16="http://schemas.microsoft.com/office/drawing/2014/main" id="{F9FAECE0-13D4-4F92-8F42-DD249159B576}"/>
              </a:ext>
            </a:extLst>
          </p:cNvPr>
          <p:cNvSpPr>
            <a:spLocks xmlns:a="http://schemas.openxmlformats.org/drawingml/2006/main" noGrp="1"/>
          </p:cNvSpPr>
          <p:nvPr/>
        </p:nvSpPr>
        <p:spPr>
          <a:xfrm xmlns:a="http://schemas.openxmlformats.org/drawingml/2006/main">
            <a:off x="10375106" y="590550"/>
            <a:ext cx="42862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B4D7C7"/>
                </a:solidFill>
                <a:latin typeface="Arial"/>
                <a:ea typeface="Arial"/>
                <a:cs typeface="Arial"/>
              </a:defRPr>
            </a:pPr>
            <a:r>
              <a:rPr sz="1725" b="0">
                <a:solidFill>
                  <a:srgbClr val="B4D7C7"/>
                </a:solidFill>
                <a:latin typeface="Arial"/>
                <a:ea typeface="Arial"/>
                <a:cs typeface="Arial"/>
              </a:rPr>
              <a:t>وثائق</a:t>
            </a:r>
          </a:p>
        </p:txBody>
      </p:sp>
      <p:sp>
        <p:nvSpPr>
          <p:cNvPr id="3" name="">
            <a:extLst xmlns:a="http://schemas.openxmlformats.org/drawingml/2006/main">
              <a:ext uri="{FF2B5EF4-FFF2-40B4-BE49-F238E27FC236}">
                <a16:creationId xmlns:a16="http://schemas.microsoft.com/office/drawing/2014/main" id="{C9A3493A-FA5D-418D-82FE-021B004C83BE}"/>
              </a:ext>
            </a:extLst>
          </p:cNvPr>
          <p:cNvSpPr>
            <a:spLocks xmlns:a="http://schemas.openxmlformats.org/drawingml/2006/main" noGrp="1"/>
          </p:cNvSpPr>
          <p:nvPr/>
        </p:nvSpPr>
        <p:spPr>
          <a:xfrm xmlns:a="http://schemas.openxmlformats.org/drawingml/2006/main">
            <a:off x="9825038" y="590550"/>
            <a:ext cx="49530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B4D7C7"/>
                </a:solidFill>
                <a:latin typeface="Arial"/>
                <a:ea typeface="Arial"/>
                <a:cs typeface="Arial"/>
              </a:defRPr>
            </a:pPr>
            <a:r>
              <a:rPr sz="1725" b="0">
                <a:solidFill>
                  <a:srgbClr val="B4D7C7"/>
                </a:solidFill>
                <a:latin typeface="Arial"/>
                <a:ea typeface="Arial"/>
                <a:cs typeface="Arial"/>
              </a:rPr>
              <a:t>حالات</a:t>
            </a:r>
          </a:p>
        </p:txBody>
      </p:sp>
      <p:sp>
        <p:nvSpPr>
          <p:cNvPr id="4" name="">
            <a:extLst xmlns:a="http://schemas.openxmlformats.org/drawingml/2006/main">
              <a:ext uri="{FF2B5EF4-FFF2-40B4-BE49-F238E27FC236}">
                <a16:creationId xmlns:a16="http://schemas.microsoft.com/office/drawing/2014/main" id="{1761B69F-A60A-402B-BAF0-181119E53236}"/>
              </a:ext>
            </a:extLst>
          </p:cNvPr>
          <p:cNvSpPr>
            <a:spLocks xmlns:a="http://schemas.openxmlformats.org/drawingml/2006/main" noGrp="1"/>
          </p:cNvSpPr>
          <p:nvPr/>
        </p:nvSpPr>
        <p:spPr>
          <a:xfrm xmlns:a="http://schemas.openxmlformats.org/drawingml/2006/main">
            <a:off x="9379744" y="590550"/>
            <a:ext cx="39052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B4D7C7"/>
                </a:solidFill>
                <a:latin typeface="Arial"/>
                <a:ea typeface="Arial"/>
                <a:cs typeface="Arial"/>
              </a:defRPr>
            </a:pPr>
            <a:r>
              <a:rPr sz="1725" b="0">
                <a:solidFill>
                  <a:srgbClr val="B4D7C7"/>
                </a:solidFill>
                <a:latin typeface="Arial"/>
                <a:ea typeface="Arial"/>
                <a:cs typeface="Arial"/>
              </a:rPr>
              <a:t>إدارة</a:t>
            </a:r>
          </a:p>
        </p:txBody>
      </p:sp>
      <p:sp>
        <p:nvSpPr>
          <p:cNvPr id="5" name="">
            <a:extLst xmlns:a="http://schemas.openxmlformats.org/drawingml/2006/main">
              <a:ext uri="{FF2B5EF4-FFF2-40B4-BE49-F238E27FC236}">
                <a16:creationId xmlns:a16="http://schemas.microsoft.com/office/drawing/2014/main" id="{0A169E3E-7663-4B65-9DF6-BDE9AE45A278}"/>
              </a:ext>
            </a:extLst>
          </p:cNvPr>
          <p:cNvSpPr>
            <a:spLocks xmlns:a="http://schemas.openxmlformats.org/drawingml/2006/main" noGrp="1"/>
          </p:cNvSpPr>
          <p:nvPr/>
        </p:nvSpPr>
        <p:spPr>
          <a:xfrm xmlns:a="http://schemas.openxmlformats.org/drawingml/2006/main">
            <a:off x="8743950" y="590550"/>
            <a:ext cx="58102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B4D7C7"/>
                </a:solidFill>
                <a:latin typeface="Arial"/>
                <a:ea typeface="Arial"/>
                <a:cs typeface="Arial"/>
              </a:defRPr>
            </a:pPr>
            <a:r>
              <a:rPr sz="1725" b="0">
                <a:solidFill>
                  <a:srgbClr val="B4D7C7"/>
                </a:solidFill>
                <a:latin typeface="Arial"/>
                <a:ea typeface="Arial"/>
                <a:cs typeface="Arial"/>
              </a:rPr>
              <a:t>الوافدين</a:t>
            </a:r>
          </a:p>
        </p:txBody>
      </p:sp>
      <p:sp>
        <p:nvSpPr>
          <p:cNvPr id="6" name="">
            <a:extLst xmlns:a="http://schemas.openxmlformats.org/drawingml/2006/main">
              <a:ext uri="{FF2B5EF4-FFF2-40B4-BE49-F238E27FC236}">
                <a16:creationId xmlns:a16="http://schemas.microsoft.com/office/drawing/2014/main" id="{824F12DC-080B-4389-A0B5-B3A1C7310EE6}"/>
              </a:ext>
            </a:extLst>
          </p:cNvPr>
          <p:cNvSpPr>
            <a:spLocks xmlns:a="http://schemas.openxmlformats.org/drawingml/2006/main" noGrp="1"/>
          </p:cNvSpPr>
          <p:nvPr/>
        </p:nvSpPr>
        <p:spPr>
          <a:xfrm xmlns:a="http://schemas.openxmlformats.org/drawingml/2006/main">
            <a:off x="10306050" y="1590675"/>
            <a:ext cx="112395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6900" b="1">
                <a:solidFill>
                  <a:srgbClr val="FFFFFF"/>
                </a:solidFill>
                <a:latin typeface="Arial"/>
                <a:ea typeface="Arial"/>
                <a:cs typeface="Arial"/>
              </a:defRPr>
            </a:pPr>
            <a:r>
              <a:rPr sz="6900" b="1">
                <a:solidFill>
                  <a:srgbClr val="FFFFFF"/>
                </a:solidFill>
                <a:latin typeface="Arial"/>
                <a:ea typeface="Arial"/>
                <a:cs typeface="Arial"/>
              </a:rPr>
              <a:t>سَنَد</a:t>
            </a:r>
          </a:p>
        </p:txBody>
      </p:sp>
      <p:sp>
        <p:nvSpPr>
          <p:cNvPr id="7" name="">
            <a:extLst xmlns:a="http://schemas.openxmlformats.org/drawingml/2006/main">
              <a:ext uri="{FF2B5EF4-FFF2-40B4-BE49-F238E27FC236}">
                <a16:creationId xmlns:a16="http://schemas.microsoft.com/office/drawing/2014/main" id="{FDC6038F-A2E1-492A-9A9B-B01F410BF113}"/>
              </a:ext>
            </a:extLst>
          </p:cNvPr>
          <p:cNvSpPr>
            <a:spLocks xmlns:a="http://schemas.openxmlformats.org/drawingml/2006/main" noGrp="1"/>
          </p:cNvSpPr>
          <p:nvPr/>
        </p:nvSpPr>
        <p:spPr>
          <a:xfrm xmlns:a="http://schemas.openxmlformats.org/drawingml/2006/main">
            <a:off x="10515600" y="3305175"/>
            <a:ext cx="7239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150" b="0">
                <a:solidFill>
                  <a:srgbClr val="DBE9E6"/>
                </a:solidFill>
                <a:latin typeface="Arial"/>
                <a:ea typeface="Arial"/>
                <a:cs typeface="Arial"/>
              </a:defRPr>
            </a:pPr>
            <a:r>
              <a:rPr sz="3150" b="0">
                <a:solidFill>
                  <a:srgbClr val="DBE9E6"/>
                </a:solidFill>
                <a:latin typeface="Arial"/>
                <a:ea typeface="Arial"/>
                <a:cs typeface="Arial"/>
              </a:rPr>
              <a:t>نسخة</a:t>
            </a:r>
          </a:p>
        </p:txBody>
      </p:sp>
      <p:sp>
        <p:nvSpPr>
          <p:cNvPr id="8" name="">
            <a:extLst xmlns:a="http://schemas.openxmlformats.org/drawingml/2006/main">
              <a:ext uri="{FF2B5EF4-FFF2-40B4-BE49-F238E27FC236}">
                <a16:creationId xmlns:a16="http://schemas.microsoft.com/office/drawing/2014/main" id="{B14A8C28-2A2B-412A-BB1C-84C40897ADD4}"/>
              </a:ext>
            </a:extLst>
          </p:cNvPr>
          <p:cNvSpPr>
            <a:spLocks xmlns:a="http://schemas.openxmlformats.org/drawingml/2006/main" noGrp="1"/>
          </p:cNvSpPr>
          <p:nvPr/>
        </p:nvSpPr>
        <p:spPr>
          <a:xfrm xmlns:a="http://schemas.openxmlformats.org/drawingml/2006/main">
            <a:off x="9329738" y="3305175"/>
            <a:ext cx="10858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150" b="0">
                <a:solidFill>
                  <a:srgbClr val="DBE9E6"/>
                </a:solidFill>
                <a:latin typeface="Arial"/>
                <a:ea typeface="Arial"/>
                <a:cs typeface="Arial"/>
              </a:defRPr>
            </a:pPr>
            <a:r>
              <a:rPr sz="3150" b="0">
                <a:solidFill>
                  <a:srgbClr val="DBE9E6"/>
                </a:solidFill>
                <a:latin typeface="Arial"/>
                <a:ea typeface="Arial"/>
                <a:cs typeface="Arial"/>
              </a:rPr>
              <a:t>محفوظة</a:t>
            </a:r>
          </a:p>
        </p:txBody>
      </p:sp>
      <p:sp>
        <p:nvSpPr>
          <p:cNvPr id="9" name="">
            <a:extLst xmlns:a="http://schemas.openxmlformats.org/drawingml/2006/main">
              <a:ext uri="{FF2B5EF4-FFF2-40B4-BE49-F238E27FC236}">
                <a16:creationId xmlns:a16="http://schemas.microsoft.com/office/drawing/2014/main" id="{22B731C0-21A1-4E8A-8058-A506C2931F43}"/>
              </a:ext>
            </a:extLst>
          </p:cNvPr>
          <p:cNvSpPr>
            <a:spLocks xmlns:a="http://schemas.openxmlformats.org/drawingml/2006/main" noGrp="1"/>
          </p:cNvSpPr>
          <p:nvPr/>
        </p:nvSpPr>
        <p:spPr>
          <a:xfrm xmlns:a="http://schemas.openxmlformats.org/drawingml/2006/main">
            <a:off x="8772525" y="3305175"/>
            <a:ext cx="457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150" b="0">
                <a:solidFill>
                  <a:srgbClr val="DBE9E6"/>
                </a:solidFill>
                <a:latin typeface="Arial"/>
                <a:ea typeface="Arial"/>
                <a:cs typeface="Arial"/>
              </a:defRPr>
            </a:pPr>
            <a:r>
              <a:rPr sz="3150" b="0">
                <a:solidFill>
                  <a:srgbClr val="DBE9E6"/>
                </a:solidFill>
                <a:latin typeface="Arial"/>
                <a:ea typeface="Arial"/>
                <a:cs typeface="Arial"/>
              </a:rPr>
              <a:t>قبل</a:t>
            </a:r>
          </a:p>
        </p:txBody>
      </p:sp>
      <p:sp>
        <p:nvSpPr>
          <p:cNvPr id="10" name="">
            <a:extLst xmlns:a="http://schemas.openxmlformats.org/drawingml/2006/main">
              <a:ext uri="{FF2B5EF4-FFF2-40B4-BE49-F238E27FC236}">
                <a16:creationId xmlns:a16="http://schemas.microsoft.com/office/drawing/2014/main" id="{AA4ADC9C-ACC6-4E02-ABB1-887EFE5DFB61}"/>
              </a:ext>
            </a:extLst>
          </p:cNvPr>
          <p:cNvSpPr>
            <a:spLocks xmlns:a="http://schemas.openxmlformats.org/drawingml/2006/main" noGrp="1"/>
          </p:cNvSpPr>
          <p:nvPr/>
        </p:nvSpPr>
        <p:spPr>
          <a:xfrm xmlns:a="http://schemas.openxmlformats.org/drawingml/2006/main">
            <a:off x="7567613" y="3305175"/>
            <a:ext cx="11049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150" b="0">
                <a:solidFill>
                  <a:srgbClr val="DBE9E6"/>
                </a:solidFill>
                <a:latin typeface="Arial"/>
                <a:ea typeface="Arial"/>
                <a:cs typeface="Arial"/>
              </a:defRPr>
            </a:pPr>
            <a:r>
              <a:rPr sz="3150" b="0">
                <a:solidFill>
                  <a:srgbClr val="DBE9E6"/>
                </a:solidFill>
                <a:latin typeface="Arial"/>
                <a:ea typeface="Arial"/>
                <a:cs typeface="Arial"/>
              </a:rPr>
              <a:t>الوصول</a:t>
            </a:r>
          </a:p>
        </p:txBody>
      </p:sp>
      <p:sp>
        <p:nvSpPr>
          <p:cNvPr id="11" name="">
            <a:extLst xmlns:a="http://schemas.openxmlformats.org/drawingml/2006/main">
              <a:ext uri="{FF2B5EF4-FFF2-40B4-BE49-F238E27FC236}">
                <a16:creationId xmlns:a16="http://schemas.microsoft.com/office/drawing/2014/main" id="{A372F2BF-94E7-4398-8B09-87D88A8AADCB}"/>
              </a:ext>
            </a:extLst>
          </p:cNvPr>
          <p:cNvSpPr>
            <a:spLocks xmlns:a="http://schemas.openxmlformats.org/drawingml/2006/main" noGrp="1"/>
          </p:cNvSpPr>
          <p:nvPr/>
        </p:nvSpPr>
        <p:spPr>
          <a:xfrm xmlns:a="http://schemas.openxmlformats.org/drawingml/2006/main">
            <a:off x="10315575" y="3905250"/>
            <a:ext cx="9239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150" b="0">
                <a:solidFill>
                  <a:srgbClr val="DBE9E6"/>
                </a:solidFill>
                <a:latin typeface="Arial"/>
                <a:ea typeface="Arial"/>
                <a:cs typeface="Arial"/>
              </a:defRPr>
            </a:pPr>
            <a:r>
              <a:rPr sz="3150" b="0">
                <a:solidFill>
                  <a:srgbClr val="DBE9E6"/>
                </a:solidFill>
                <a:latin typeface="Arial"/>
                <a:ea typeface="Arial"/>
                <a:cs typeface="Arial"/>
              </a:rPr>
              <a:t>ومستند</a:t>
            </a:r>
          </a:p>
        </p:txBody>
      </p:sp>
      <p:sp>
        <p:nvSpPr>
          <p:cNvPr id="12" name="">
            <a:extLst xmlns:a="http://schemas.openxmlformats.org/drawingml/2006/main">
              <a:ext uri="{FF2B5EF4-FFF2-40B4-BE49-F238E27FC236}">
                <a16:creationId xmlns:a16="http://schemas.microsoft.com/office/drawing/2014/main" id="{A7B34363-9654-41AA-9378-F8C4B08D5311}"/>
              </a:ext>
            </a:extLst>
          </p:cNvPr>
          <p:cNvSpPr>
            <a:spLocks xmlns:a="http://schemas.openxmlformats.org/drawingml/2006/main" noGrp="1"/>
          </p:cNvSpPr>
          <p:nvPr/>
        </p:nvSpPr>
        <p:spPr>
          <a:xfrm xmlns:a="http://schemas.openxmlformats.org/drawingml/2006/main">
            <a:off x="9586913" y="3905250"/>
            <a:ext cx="6286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150" b="0">
                <a:solidFill>
                  <a:srgbClr val="DBE9E6"/>
                </a:solidFill>
                <a:latin typeface="Arial"/>
                <a:ea typeface="Arial"/>
                <a:cs typeface="Arial"/>
              </a:defRPr>
            </a:pPr>
            <a:r>
              <a:rPr sz="3150" b="0">
                <a:solidFill>
                  <a:srgbClr val="DBE9E6"/>
                </a:solidFill>
                <a:latin typeface="Arial"/>
                <a:ea typeface="Arial"/>
                <a:cs typeface="Arial"/>
              </a:rPr>
              <a:t>متاح</a:t>
            </a:r>
          </a:p>
        </p:txBody>
      </p:sp>
      <p:sp>
        <p:nvSpPr>
          <p:cNvPr id="13" name="">
            <a:extLst xmlns:a="http://schemas.openxmlformats.org/drawingml/2006/main">
              <a:ext uri="{FF2B5EF4-FFF2-40B4-BE49-F238E27FC236}">
                <a16:creationId xmlns:a16="http://schemas.microsoft.com/office/drawing/2014/main" id="{DE938AF4-A932-477B-9FE5-628D53C7C506}"/>
              </a:ext>
            </a:extLst>
          </p:cNvPr>
          <p:cNvSpPr>
            <a:spLocks xmlns:a="http://schemas.openxmlformats.org/drawingml/2006/main" noGrp="1"/>
          </p:cNvSpPr>
          <p:nvPr/>
        </p:nvSpPr>
        <p:spPr>
          <a:xfrm xmlns:a="http://schemas.openxmlformats.org/drawingml/2006/main">
            <a:off x="8867775" y="3905250"/>
            <a:ext cx="6191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150" b="0">
                <a:solidFill>
                  <a:srgbClr val="DBE9E6"/>
                </a:solidFill>
                <a:latin typeface="Arial"/>
                <a:ea typeface="Arial"/>
                <a:cs typeface="Arial"/>
              </a:defRPr>
            </a:pPr>
            <a:r>
              <a:rPr sz="3150" b="0">
                <a:solidFill>
                  <a:srgbClr val="DBE9E6"/>
                </a:solidFill>
                <a:latin typeface="Arial"/>
                <a:ea typeface="Arial"/>
                <a:cs typeface="Arial"/>
              </a:rPr>
              <a:t>وقت</a:t>
            </a:r>
          </a:p>
        </p:txBody>
      </p:sp>
      <p:sp>
        <p:nvSpPr>
          <p:cNvPr id="14" name="">
            <a:extLst xmlns:a="http://schemas.openxmlformats.org/drawingml/2006/main">
              <a:ext uri="{FF2B5EF4-FFF2-40B4-BE49-F238E27FC236}">
                <a16:creationId xmlns:a16="http://schemas.microsoft.com/office/drawing/2014/main" id="{819175CC-9BBE-4D06-A021-8DD3DAAC3E76}"/>
              </a:ext>
            </a:extLst>
          </p:cNvPr>
          <p:cNvSpPr>
            <a:spLocks xmlns:a="http://schemas.openxmlformats.org/drawingml/2006/main" noGrp="1"/>
          </p:cNvSpPr>
          <p:nvPr/>
        </p:nvSpPr>
        <p:spPr>
          <a:xfrm xmlns:a="http://schemas.openxmlformats.org/drawingml/2006/main">
            <a:off x="7596188" y="3905250"/>
            <a:ext cx="11715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150" b="0">
                <a:solidFill>
                  <a:srgbClr val="DBE9E6"/>
                </a:solidFill>
                <a:latin typeface="Arial"/>
                <a:ea typeface="Arial"/>
                <a:cs typeface="Arial"/>
              </a:defRPr>
            </a:pPr>
            <a:r>
              <a:rPr sz="3150" b="0">
                <a:solidFill>
                  <a:srgbClr val="DBE9E6"/>
                </a:solidFill>
                <a:latin typeface="Arial"/>
                <a:ea typeface="Arial"/>
                <a:cs typeface="Arial"/>
              </a:rPr>
              <a:t>المراجعة</a:t>
            </a:r>
          </a:p>
        </p:txBody>
      </p:sp>
      <p:sp>
        <p:nvSpPr>
          <p:cNvPr id="15" name="">
            <a:extLst xmlns:a="http://schemas.openxmlformats.org/drawingml/2006/main">
              <a:ext uri="{FF2B5EF4-FFF2-40B4-BE49-F238E27FC236}">
                <a16:creationId xmlns:a16="http://schemas.microsoft.com/office/drawing/2014/main" id="{12D4BD1E-4237-4F2E-A972-D206B54DE509}"/>
              </a:ext>
            </a:extLst>
          </p:cNvPr>
          <p:cNvSpPr>
            <a:spLocks xmlns:a="http://schemas.openxmlformats.org/drawingml/2006/main" noGrp="1"/>
          </p:cNvSpPr>
          <p:nvPr/>
        </p:nvSpPr>
        <p:spPr>
          <a:xfrm xmlns:a="http://schemas.openxmlformats.org/drawingml/2006/main">
            <a:off x="1019175" y="6267450"/>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8FAAA9"/>
                </a:solidFill>
                <a:latin typeface="Arial"/>
                <a:ea typeface="Arial"/>
                <a:cs typeface="Arial"/>
              </a:defRPr>
            </a:pPr>
            <a:r>
              <a:rPr sz="1350" b="0">
                <a:solidFill>
                  <a:srgbClr val="8FAAA9"/>
                </a:solidFill>
                <a:latin typeface="Arial"/>
                <a:ea typeface="Arial"/>
                <a:cs typeface="Arial"/>
              </a:rPr>
              <a:t>01</a:t>
            </a:r>
          </a:p>
        </p:txBody>
      </p:sp>
    </p:spTree>
    <p:extLst>
      <p:ext uri="{BB962C8B-B14F-4D97-AF65-F5344CB8AC3E}">
        <p14:creationId xmlns:p14="http://schemas.microsoft.com/office/powerpoint/2010/main" val="1981369423"/>
      </p:ext>
    </p:extLst>
  </p:cSld>
</p:sld>
</file>

<file path=ppt/slides/slide2.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647E573A-E36F-4712-82CF-B2894F312CBF}"/>
              </a:ext>
            </a:extLst>
          </p:cNvPr>
          <p:cNvSpPr>
            <a:spLocks xmlns:a="http://schemas.openxmlformats.org/drawingml/2006/main" noGrp="1"/>
          </p:cNvSpPr>
          <p:nvPr/>
        </p:nvSpPr>
        <p:spPr>
          <a:xfrm xmlns:a="http://schemas.openxmlformats.org/drawingml/2006/main">
            <a:off x="10963275" y="590550"/>
            <a:ext cx="46672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مشكلة</a:t>
            </a:r>
          </a:p>
        </p:txBody>
      </p:sp>
      <p:sp>
        <p:nvSpPr>
          <p:cNvPr id="2" name="">
            <a:extLst xmlns:a="http://schemas.openxmlformats.org/drawingml/2006/main">
              <a:ext uri="{FF2B5EF4-FFF2-40B4-BE49-F238E27FC236}">
                <a16:creationId xmlns:a16="http://schemas.microsoft.com/office/drawing/2014/main" id="{08E7E4F0-70B9-4C4B-87C1-E6DA3C0077A1}"/>
              </a:ext>
            </a:extLst>
          </p:cNvPr>
          <p:cNvSpPr>
            <a:spLocks xmlns:a="http://schemas.openxmlformats.org/drawingml/2006/main" noGrp="1"/>
          </p:cNvSpPr>
          <p:nvPr/>
        </p:nvSpPr>
        <p:spPr>
          <a:xfrm xmlns:a="http://schemas.openxmlformats.org/drawingml/2006/main">
            <a:off x="10251281" y="590550"/>
            <a:ext cx="65722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موصوفة</a:t>
            </a:r>
          </a:p>
        </p:txBody>
      </p:sp>
      <p:sp>
        <p:nvSpPr>
          <p:cNvPr id="3" name="">
            <a:extLst xmlns:a="http://schemas.openxmlformats.org/drawingml/2006/main">
              <a:ext uri="{FF2B5EF4-FFF2-40B4-BE49-F238E27FC236}">
                <a16:creationId xmlns:a16="http://schemas.microsoft.com/office/drawing/2014/main" id="{A445F797-E929-4153-8C10-2DD87F217B34}"/>
              </a:ext>
            </a:extLst>
          </p:cNvPr>
          <p:cNvSpPr>
            <a:spLocks xmlns:a="http://schemas.openxmlformats.org/drawingml/2006/main" noGrp="1"/>
          </p:cNvSpPr>
          <p:nvPr/>
        </p:nvSpPr>
        <p:spPr>
          <a:xfrm xmlns:a="http://schemas.openxmlformats.org/drawingml/2006/main">
            <a:off x="9729788" y="590550"/>
            <a:ext cx="46672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ميدانيًا</a:t>
            </a:r>
          </a:p>
        </p:txBody>
      </p:sp>
      <p:sp>
        <p:nvSpPr>
          <p:cNvPr id="4" name="">
            <a:extLst xmlns:a="http://schemas.openxmlformats.org/drawingml/2006/main">
              <a:ext uri="{FF2B5EF4-FFF2-40B4-BE49-F238E27FC236}">
                <a16:creationId xmlns:a16="http://schemas.microsoft.com/office/drawing/2014/main" id="{34FB4049-19E3-4587-ADBB-118ECF7A6A44}"/>
              </a:ext>
            </a:extLst>
          </p:cNvPr>
          <p:cNvSpPr>
            <a:spLocks xmlns:a="http://schemas.openxmlformats.org/drawingml/2006/main" noGrp="1"/>
          </p:cNvSpPr>
          <p:nvPr/>
        </p:nvSpPr>
        <p:spPr>
          <a:xfrm xmlns:a="http://schemas.openxmlformats.org/drawingml/2006/main">
            <a:off x="10582275" y="1200150"/>
            <a:ext cx="84772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غياب</a:t>
            </a:r>
          </a:p>
        </p:txBody>
      </p:sp>
      <p:sp>
        <p:nvSpPr>
          <p:cNvPr id="5" name="">
            <a:extLst xmlns:a="http://schemas.openxmlformats.org/drawingml/2006/main">
              <a:ext uri="{FF2B5EF4-FFF2-40B4-BE49-F238E27FC236}">
                <a16:creationId xmlns:a16="http://schemas.microsoft.com/office/drawing/2014/main" id="{0F2956CB-51ED-4D58-B028-4DE71D643E76}"/>
              </a:ext>
            </a:extLst>
          </p:cNvPr>
          <p:cNvSpPr>
            <a:spLocks xmlns:a="http://schemas.openxmlformats.org/drawingml/2006/main" noGrp="1"/>
          </p:cNvSpPr>
          <p:nvPr/>
        </p:nvSpPr>
        <p:spPr>
          <a:xfrm xmlns:a="http://schemas.openxmlformats.org/drawingml/2006/main">
            <a:off x="9560719" y="1200150"/>
            <a:ext cx="90487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نسخة</a:t>
            </a:r>
          </a:p>
        </p:txBody>
      </p:sp>
      <p:sp>
        <p:nvSpPr>
          <p:cNvPr id="6" name="">
            <a:extLst xmlns:a="http://schemas.openxmlformats.org/drawingml/2006/main">
              <a:ext uri="{FF2B5EF4-FFF2-40B4-BE49-F238E27FC236}">
                <a16:creationId xmlns:a16="http://schemas.microsoft.com/office/drawing/2014/main" id="{7DB8F6C1-02F0-4A5C-A2B4-BE251FAC1C4B}"/>
              </a:ext>
            </a:extLst>
          </p:cNvPr>
          <p:cNvSpPr>
            <a:spLocks xmlns:a="http://schemas.openxmlformats.org/drawingml/2006/main" noGrp="1"/>
          </p:cNvSpPr>
          <p:nvPr/>
        </p:nvSpPr>
        <p:spPr>
          <a:xfrm xmlns:a="http://schemas.openxmlformats.org/drawingml/2006/main">
            <a:off x="8424863" y="1200150"/>
            <a:ext cx="101917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الجواز</a:t>
            </a:r>
          </a:p>
        </p:txBody>
      </p:sp>
      <p:sp>
        <p:nvSpPr>
          <p:cNvPr id="7" name="">
            <a:extLst xmlns:a="http://schemas.openxmlformats.org/drawingml/2006/main">
              <a:ext uri="{FF2B5EF4-FFF2-40B4-BE49-F238E27FC236}">
                <a16:creationId xmlns:a16="http://schemas.microsoft.com/office/drawing/2014/main" id="{E64CB42B-B2A0-465E-B42E-8C41A78BE937}"/>
              </a:ext>
            </a:extLst>
          </p:cNvPr>
          <p:cNvSpPr>
            <a:spLocks xmlns:a="http://schemas.openxmlformats.org/drawingml/2006/main" noGrp="1"/>
          </p:cNvSpPr>
          <p:nvPr/>
        </p:nvSpPr>
        <p:spPr>
          <a:xfrm xmlns:a="http://schemas.openxmlformats.org/drawingml/2006/main">
            <a:off x="11001375" y="2466975"/>
            <a:ext cx="238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قد</a:t>
            </a:r>
          </a:p>
        </p:txBody>
      </p:sp>
      <p:sp>
        <p:nvSpPr>
          <p:cNvPr id="8" name="">
            <a:extLst xmlns:a="http://schemas.openxmlformats.org/drawingml/2006/main">
              <a:ext uri="{FF2B5EF4-FFF2-40B4-BE49-F238E27FC236}">
                <a16:creationId xmlns:a16="http://schemas.microsoft.com/office/drawing/2014/main" id="{DA16C031-2B57-47F5-BA63-02B8A6094FB3}"/>
              </a:ext>
            </a:extLst>
          </p:cNvPr>
          <p:cNvSpPr>
            <a:spLocks xmlns:a="http://schemas.openxmlformats.org/drawingml/2006/main" noGrp="1"/>
          </p:cNvSpPr>
          <p:nvPr/>
        </p:nvSpPr>
        <p:spPr>
          <a:xfrm xmlns:a="http://schemas.openxmlformats.org/drawingml/2006/main">
            <a:off x="10363200" y="2466975"/>
            <a:ext cx="5619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تتوفر</a:t>
            </a:r>
          </a:p>
        </p:txBody>
      </p:sp>
      <p:sp>
        <p:nvSpPr>
          <p:cNvPr id="9" name="">
            <a:extLst xmlns:a="http://schemas.openxmlformats.org/drawingml/2006/main">
              <a:ext uri="{FF2B5EF4-FFF2-40B4-BE49-F238E27FC236}">
                <a16:creationId xmlns:a16="http://schemas.microsoft.com/office/drawing/2014/main" id="{97A26E88-AFC8-4A79-BAB5-2EB74696F776}"/>
              </a:ext>
            </a:extLst>
          </p:cNvPr>
          <p:cNvSpPr>
            <a:spLocks xmlns:a="http://schemas.openxmlformats.org/drawingml/2006/main" noGrp="1"/>
          </p:cNvSpPr>
          <p:nvPr/>
        </p:nvSpPr>
        <p:spPr>
          <a:xfrm xmlns:a="http://schemas.openxmlformats.org/drawingml/2006/main">
            <a:off x="9658350" y="2466975"/>
            <a:ext cx="6286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بيانات</a:t>
            </a:r>
          </a:p>
        </p:txBody>
      </p:sp>
      <p:sp>
        <p:nvSpPr>
          <p:cNvPr id="10" name="">
            <a:extLst xmlns:a="http://schemas.openxmlformats.org/drawingml/2006/main">
              <a:ext uri="{FF2B5EF4-FFF2-40B4-BE49-F238E27FC236}">
                <a16:creationId xmlns:a16="http://schemas.microsoft.com/office/drawing/2014/main" id="{DE41A624-3AF5-4670-833C-D0F408EBD89B}"/>
              </a:ext>
            </a:extLst>
          </p:cNvPr>
          <p:cNvSpPr>
            <a:spLocks xmlns:a="http://schemas.openxmlformats.org/drawingml/2006/main" noGrp="1"/>
          </p:cNvSpPr>
          <p:nvPr/>
        </p:nvSpPr>
        <p:spPr>
          <a:xfrm xmlns:a="http://schemas.openxmlformats.org/drawingml/2006/main">
            <a:off x="8801100" y="2466975"/>
            <a:ext cx="781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الجواز،</a:t>
            </a:r>
          </a:p>
        </p:txBody>
      </p:sp>
      <p:sp>
        <p:nvSpPr>
          <p:cNvPr id="11" name="">
            <a:extLst xmlns:a="http://schemas.openxmlformats.org/drawingml/2006/main">
              <a:ext uri="{FF2B5EF4-FFF2-40B4-BE49-F238E27FC236}">
                <a16:creationId xmlns:a16="http://schemas.microsoft.com/office/drawing/2014/main" id="{D6FD0CBC-206F-4DD3-98EE-F256AC6E7A82}"/>
              </a:ext>
            </a:extLst>
          </p:cNvPr>
          <p:cNvSpPr>
            <a:spLocks xmlns:a="http://schemas.openxmlformats.org/drawingml/2006/main" noGrp="1"/>
          </p:cNvSpPr>
          <p:nvPr/>
        </p:nvSpPr>
        <p:spPr>
          <a:xfrm xmlns:a="http://schemas.openxmlformats.org/drawingml/2006/main">
            <a:off x="8058150" y="2466975"/>
            <a:ext cx="666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وتغيب</a:t>
            </a:r>
          </a:p>
        </p:txBody>
      </p:sp>
      <p:sp>
        <p:nvSpPr>
          <p:cNvPr id="12" name="">
            <a:extLst xmlns:a="http://schemas.openxmlformats.org/drawingml/2006/main">
              <a:ext uri="{FF2B5EF4-FFF2-40B4-BE49-F238E27FC236}">
                <a16:creationId xmlns:a16="http://schemas.microsoft.com/office/drawing/2014/main" id="{2EF24D3A-566E-4381-B5B6-339AF6A8CCA3}"/>
              </a:ext>
            </a:extLst>
          </p:cNvPr>
          <p:cNvSpPr>
            <a:spLocks xmlns:a="http://schemas.openxmlformats.org/drawingml/2006/main" noGrp="1"/>
          </p:cNvSpPr>
          <p:nvPr/>
        </p:nvSpPr>
        <p:spPr>
          <a:xfrm xmlns:a="http://schemas.openxmlformats.org/drawingml/2006/main">
            <a:off x="7296150" y="2466975"/>
            <a:ext cx="685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النسخة</a:t>
            </a:r>
          </a:p>
        </p:txBody>
      </p:sp>
      <p:sp>
        <p:nvSpPr>
          <p:cNvPr id="13" name="">
            <a:extLst xmlns:a="http://schemas.openxmlformats.org/drawingml/2006/main">
              <a:ext uri="{FF2B5EF4-FFF2-40B4-BE49-F238E27FC236}">
                <a16:creationId xmlns:a16="http://schemas.microsoft.com/office/drawing/2014/main" id="{62A4C667-2C5F-405B-9676-FDAA72B60DB0}"/>
              </a:ext>
            </a:extLst>
          </p:cNvPr>
          <p:cNvSpPr>
            <a:spLocks xmlns:a="http://schemas.openxmlformats.org/drawingml/2006/main" noGrp="1"/>
          </p:cNvSpPr>
          <p:nvPr/>
        </p:nvSpPr>
        <p:spPr>
          <a:xfrm xmlns:a="http://schemas.openxmlformats.org/drawingml/2006/main">
            <a:off x="6829425" y="2466975"/>
            <a:ext cx="3905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عند</a:t>
            </a:r>
          </a:p>
        </p:txBody>
      </p:sp>
      <p:sp>
        <p:nvSpPr>
          <p:cNvPr id="14" name="">
            <a:extLst xmlns:a="http://schemas.openxmlformats.org/drawingml/2006/main">
              <a:ext uri="{FF2B5EF4-FFF2-40B4-BE49-F238E27FC236}">
                <a16:creationId xmlns:a16="http://schemas.microsoft.com/office/drawing/2014/main" id="{DA9291CB-A512-4BCE-BE95-2DD3A1947656}"/>
              </a:ext>
            </a:extLst>
          </p:cNvPr>
          <p:cNvSpPr>
            <a:spLocks xmlns:a="http://schemas.openxmlformats.org/drawingml/2006/main" noGrp="1"/>
          </p:cNvSpPr>
          <p:nvPr/>
        </p:nvSpPr>
        <p:spPr>
          <a:xfrm xmlns:a="http://schemas.openxmlformats.org/drawingml/2006/main">
            <a:off x="5972175" y="2466975"/>
            <a:ext cx="781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مراجعة</a:t>
            </a:r>
          </a:p>
        </p:txBody>
      </p:sp>
      <p:sp>
        <p:nvSpPr>
          <p:cNvPr id="15" name="">
            <a:extLst xmlns:a="http://schemas.openxmlformats.org/drawingml/2006/main">
              <a:ext uri="{FF2B5EF4-FFF2-40B4-BE49-F238E27FC236}">
                <a16:creationId xmlns:a16="http://schemas.microsoft.com/office/drawing/2014/main" id="{672E8B48-2E74-43F4-AD6B-EE7FB2A53F68}"/>
              </a:ext>
            </a:extLst>
          </p:cNvPr>
          <p:cNvSpPr>
            <a:spLocks xmlns:a="http://schemas.openxmlformats.org/drawingml/2006/main" noGrp="1"/>
          </p:cNvSpPr>
          <p:nvPr/>
        </p:nvSpPr>
        <p:spPr>
          <a:xfrm xmlns:a="http://schemas.openxmlformats.org/drawingml/2006/main">
            <a:off x="5057775" y="2466975"/>
            <a:ext cx="838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القنصلية</a:t>
            </a:r>
          </a:p>
        </p:txBody>
      </p:sp>
      <p:sp>
        <p:nvSpPr>
          <p:cNvPr id="16" name="">
            <a:extLst xmlns:a="http://schemas.openxmlformats.org/drawingml/2006/main">
              <a:ext uri="{FF2B5EF4-FFF2-40B4-BE49-F238E27FC236}">
                <a16:creationId xmlns:a16="http://schemas.microsoft.com/office/drawing/2014/main" id="{ADEC8246-45DA-488E-8ED3-2AEF61C5D698}"/>
              </a:ext>
            </a:extLst>
          </p:cNvPr>
          <p:cNvSpPr>
            <a:spLocks xmlns:a="http://schemas.openxmlformats.org/drawingml/2006/main" noGrp="1"/>
          </p:cNvSpPr>
          <p:nvPr/>
        </p:nvSpPr>
        <p:spPr>
          <a:xfrm xmlns:a="http://schemas.openxmlformats.org/drawingml/2006/main">
            <a:off x="10696575" y="3082671"/>
            <a:ext cx="5429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فقدان</a:t>
            </a:r>
          </a:p>
        </p:txBody>
      </p:sp>
      <p:sp>
        <p:nvSpPr>
          <p:cNvPr id="17" name="">
            <a:extLst xmlns:a="http://schemas.openxmlformats.org/drawingml/2006/main">
              <a:ext uri="{FF2B5EF4-FFF2-40B4-BE49-F238E27FC236}">
                <a16:creationId xmlns:a16="http://schemas.microsoft.com/office/drawing/2014/main" id="{B21FF8FC-21E8-4C44-A1C6-A0B22DAACE58}"/>
              </a:ext>
            </a:extLst>
          </p:cNvPr>
          <p:cNvSpPr>
            <a:spLocks xmlns:a="http://schemas.openxmlformats.org/drawingml/2006/main" noGrp="1"/>
          </p:cNvSpPr>
          <p:nvPr/>
        </p:nvSpPr>
        <p:spPr>
          <a:xfrm xmlns:a="http://schemas.openxmlformats.org/drawingml/2006/main">
            <a:off x="9925050" y="3082671"/>
            <a:ext cx="695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الأصل</a:t>
            </a:r>
          </a:p>
        </p:txBody>
      </p:sp>
      <p:sp>
        <p:nvSpPr>
          <p:cNvPr id="18" name="">
            <a:extLst xmlns:a="http://schemas.openxmlformats.org/drawingml/2006/main">
              <a:ext uri="{FF2B5EF4-FFF2-40B4-BE49-F238E27FC236}">
                <a16:creationId xmlns:a16="http://schemas.microsoft.com/office/drawing/2014/main" id="{E84F9CC0-48C7-457E-A040-05DDA322509B}"/>
              </a:ext>
            </a:extLst>
          </p:cNvPr>
          <p:cNvSpPr>
            <a:spLocks xmlns:a="http://schemas.openxmlformats.org/drawingml/2006/main" noGrp="1"/>
          </p:cNvSpPr>
          <p:nvPr/>
        </p:nvSpPr>
        <p:spPr>
          <a:xfrm xmlns:a="http://schemas.openxmlformats.org/drawingml/2006/main">
            <a:off x="9610725" y="3082671"/>
            <a:ext cx="238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قد</a:t>
            </a:r>
          </a:p>
        </p:txBody>
      </p:sp>
      <p:sp>
        <p:nvSpPr>
          <p:cNvPr id="19" name="">
            <a:extLst xmlns:a="http://schemas.openxmlformats.org/drawingml/2006/main">
              <a:ext uri="{FF2B5EF4-FFF2-40B4-BE49-F238E27FC236}">
                <a16:creationId xmlns:a16="http://schemas.microsoft.com/office/drawing/2014/main" id="{8BE50D07-01AD-40AD-A367-4D0DBCFFB3A9}"/>
              </a:ext>
            </a:extLst>
          </p:cNvPr>
          <p:cNvSpPr>
            <a:spLocks xmlns:a="http://schemas.openxmlformats.org/drawingml/2006/main" noGrp="1"/>
          </p:cNvSpPr>
          <p:nvPr/>
        </p:nvSpPr>
        <p:spPr>
          <a:xfrm xmlns:a="http://schemas.openxmlformats.org/drawingml/2006/main">
            <a:off x="8963025" y="3082671"/>
            <a:ext cx="57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يؤخر</a:t>
            </a:r>
          </a:p>
        </p:txBody>
      </p:sp>
      <p:sp>
        <p:nvSpPr>
          <p:cNvPr id="20" name="">
            <a:extLst xmlns:a="http://schemas.openxmlformats.org/drawingml/2006/main">
              <a:ext uri="{FF2B5EF4-FFF2-40B4-BE49-F238E27FC236}">
                <a16:creationId xmlns:a16="http://schemas.microsoft.com/office/drawing/2014/main" id="{27A5F5EC-74D0-4617-9534-03D1EA48A22D}"/>
              </a:ext>
            </a:extLst>
          </p:cNvPr>
          <p:cNvSpPr>
            <a:spLocks xmlns:a="http://schemas.openxmlformats.org/drawingml/2006/main" noGrp="1"/>
          </p:cNvSpPr>
          <p:nvPr/>
        </p:nvSpPr>
        <p:spPr>
          <a:xfrm xmlns:a="http://schemas.openxmlformats.org/drawingml/2006/main">
            <a:off x="8305800" y="3082671"/>
            <a:ext cx="5810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بعض</a:t>
            </a:r>
          </a:p>
        </p:txBody>
      </p:sp>
      <p:sp>
        <p:nvSpPr>
          <p:cNvPr id="21" name="">
            <a:extLst xmlns:a="http://schemas.openxmlformats.org/drawingml/2006/main">
              <a:ext uri="{FF2B5EF4-FFF2-40B4-BE49-F238E27FC236}">
                <a16:creationId xmlns:a16="http://schemas.microsoft.com/office/drawing/2014/main" id="{A737EEC1-E4C0-4712-A3DE-4D7C8E24DDE5}"/>
              </a:ext>
            </a:extLst>
          </p:cNvPr>
          <p:cNvSpPr>
            <a:spLocks xmlns:a="http://schemas.openxmlformats.org/drawingml/2006/main" noGrp="1"/>
          </p:cNvSpPr>
          <p:nvPr/>
        </p:nvSpPr>
        <p:spPr>
          <a:xfrm xmlns:a="http://schemas.openxmlformats.org/drawingml/2006/main">
            <a:off x="7334250" y="3082671"/>
            <a:ext cx="895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إجراءات</a:t>
            </a:r>
          </a:p>
        </p:txBody>
      </p:sp>
      <p:sp>
        <p:nvSpPr>
          <p:cNvPr id="22" name="">
            <a:extLst xmlns:a="http://schemas.openxmlformats.org/drawingml/2006/main">
              <a:ext uri="{FF2B5EF4-FFF2-40B4-BE49-F238E27FC236}">
                <a16:creationId xmlns:a16="http://schemas.microsoft.com/office/drawing/2014/main" id="{9D278679-B569-4D82-B1F8-DBD2BA2D30D2}"/>
              </a:ext>
            </a:extLst>
          </p:cNvPr>
          <p:cNvSpPr>
            <a:spLocks xmlns:a="http://schemas.openxmlformats.org/drawingml/2006/main" noGrp="1"/>
          </p:cNvSpPr>
          <p:nvPr/>
        </p:nvSpPr>
        <p:spPr>
          <a:xfrm xmlns:a="http://schemas.openxmlformats.org/drawingml/2006/main">
            <a:off x="6734175" y="3082671"/>
            <a:ext cx="523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وثيقة</a:t>
            </a:r>
          </a:p>
        </p:txBody>
      </p:sp>
      <p:sp>
        <p:nvSpPr>
          <p:cNvPr id="23" name="">
            <a:extLst xmlns:a="http://schemas.openxmlformats.org/drawingml/2006/main">
              <a:ext uri="{FF2B5EF4-FFF2-40B4-BE49-F238E27FC236}">
                <a16:creationId xmlns:a16="http://schemas.microsoft.com/office/drawing/2014/main" id="{91316ACF-0950-4895-9EEE-4800B4DEB7AF}"/>
              </a:ext>
            </a:extLst>
          </p:cNvPr>
          <p:cNvSpPr>
            <a:spLocks xmlns:a="http://schemas.openxmlformats.org/drawingml/2006/main" noGrp="1"/>
          </p:cNvSpPr>
          <p:nvPr/>
        </p:nvSpPr>
        <p:spPr>
          <a:xfrm xmlns:a="http://schemas.openxmlformats.org/drawingml/2006/main">
            <a:off x="6086475" y="3082671"/>
            <a:ext cx="57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السفر</a:t>
            </a:r>
          </a:p>
        </p:txBody>
      </p:sp>
      <p:sp>
        <p:nvSpPr>
          <p:cNvPr id="24" name="">
            <a:extLst xmlns:a="http://schemas.openxmlformats.org/drawingml/2006/main">
              <a:ext uri="{FF2B5EF4-FFF2-40B4-BE49-F238E27FC236}">
                <a16:creationId xmlns:a16="http://schemas.microsoft.com/office/drawing/2014/main" id="{9B853AF2-C57B-41E4-A015-25F67EEFFBD6}"/>
              </a:ext>
            </a:extLst>
          </p:cNvPr>
          <p:cNvSpPr>
            <a:spLocks xmlns:a="http://schemas.openxmlformats.org/drawingml/2006/main" noGrp="1"/>
          </p:cNvSpPr>
          <p:nvPr/>
        </p:nvSpPr>
        <p:spPr>
          <a:xfrm xmlns:a="http://schemas.openxmlformats.org/drawingml/2006/main">
            <a:off x="5400675" y="3082671"/>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البديلة</a:t>
            </a:r>
          </a:p>
        </p:txBody>
      </p:sp>
      <p:sp>
        <p:nvSpPr>
          <p:cNvPr id="25" name="">
            <a:extLst xmlns:a="http://schemas.openxmlformats.org/drawingml/2006/main">
              <a:ext uri="{FF2B5EF4-FFF2-40B4-BE49-F238E27FC236}">
                <a16:creationId xmlns:a16="http://schemas.microsoft.com/office/drawing/2014/main" id="{50CED440-01CF-455C-9016-23BF756EE44C}"/>
              </a:ext>
            </a:extLst>
          </p:cNvPr>
          <p:cNvSpPr>
            <a:spLocks xmlns:a="http://schemas.openxmlformats.org/drawingml/2006/main" noGrp="1"/>
          </p:cNvSpPr>
          <p:nvPr/>
        </p:nvSpPr>
        <p:spPr>
          <a:xfrm xmlns:a="http://schemas.openxmlformats.org/drawingml/2006/main">
            <a:off x="1019175" y="6267450"/>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80979C"/>
                </a:solidFill>
                <a:latin typeface="Arial"/>
                <a:ea typeface="Arial"/>
                <a:cs typeface="Arial"/>
              </a:defRPr>
            </a:pPr>
            <a:r>
              <a:rPr sz="1350" b="0">
                <a:solidFill>
                  <a:srgbClr val="80979C"/>
                </a:solidFill>
                <a:latin typeface="Arial"/>
                <a:ea typeface="Arial"/>
                <a:cs typeface="Arial"/>
              </a:rPr>
              <a:t>02</a:t>
            </a:r>
          </a:p>
        </p:txBody>
      </p:sp>
      <p:sp>
        <p:nvSpPr>
          <p:cNvPr id="26" name="">
            <a:extLst xmlns:a="http://schemas.openxmlformats.org/drawingml/2006/main">
              <a:ext uri="{FF2B5EF4-FFF2-40B4-BE49-F238E27FC236}">
                <a16:creationId xmlns:a16="http://schemas.microsoft.com/office/drawing/2014/main" id="{3CF6F9BE-3826-4D92-8543-9618A97DB747}"/>
              </a:ext>
            </a:extLst>
          </p:cNvPr>
          <p:cNvSpPr>
            <a:spLocks xmlns:a="http://schemas.openxmlformats.org/drawingml/2006/main" noGrp="1"/>
          </p:cNvSpPr>
          <p:nvPr/>
        </p:nvSpPr>
        <p:spPr>
          <a:xfrm xmlns:a="http://schemas.openxmlformats.org/drawingml/2006/main">
            <a:off x="11096625" y="6238875"/>
            <a:ext cx="333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b="1">
                <a:solidFill>
                  <a:srgbClr val="10756B"/>
                </a:solidFill>
                <a:latin typeface="Arial"/>
                <a:ea typeface="Arial"/>
                <a:cs typeface="Arial"/>
              </a:defRPr>
            </a:pPr>
            <a:r>
              <a:rPr sz="1800" b="1">
                <a:solidFill>
                  <a:srgbClr val="10756B"/>
                </a:solidFill>
                <a:latin typeface="Arial"/>
                <a:ea typeface="Arial"/>
                <a:cs typeface="Arial"/>
              </a:rPr>
              <a:t>سَنَد</a:t>
            </a:r>
          </a:p>
        </p:txBody>
      </p:sp>
    </p:spTree>
    <p:extLst>
      <p:ext uri="{BB962C8B-B14F-4D97-AF65-F5344CB8AC3E}">
        <p14:creationId xmlns:p14="http://schemas.microsoft.com/office/powerpoint/2010/main" val="557076271"/>
      </p:ext>
    </p:extLst>
  </p:cSld>
</p:sld>
</file>

<file path=ppt/slides/slide3.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C02E6D7A-F5D9-4DB2-A710-AA698A514BF3}"/>
              </a:ext>
            </a:extLst>
          </p:cNvPr>
          <p:cNvSpPr>
            <a:spLocks xmlns:a="http://schemas.openxmlformats.org/drawingml/2006/main" noGrp="1"/>
          </p:cNvSpPr>
          <p:nvPr/>
        </p:nvSpPr>
        <p:spPr>
          <a:xfrm xmlns:a="http://schemas.openxmlformats.org/drawingml/2006/main">
            <a:off x="11020425" y="590550"/>
            <a:ext cx="40957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حدود</a:t>
            </a:r>
          </a:p>
        </p:txBody>
      </p:sp>
      <p:sp>
        <p:nvSpPr>
          <p:cNvPr id="2" name="">
            <a:extLst xmlns:a="http://schemas.openxmlformats.org/drawingml/2006/main">
              <a:ext uri="{FF2B5EF4-FFF2-40B4-BE49-F238E27FC236}">
                <a16:creationId xmlns:a16="http://schemas.microsoft.com/office/drawing/2014/main" id="{369790C2-3BF0-46BB-8436-FB88A8446FDF}"/>
              </a:ext>
            </a:extLst>
          </p:cNvPr>
          <p:cNvSpPr>
            <a:spLocks xmlns:a="http://schemas.openxmlformats.org/drawingml/2006/main" noGrp="1"/>
          </p:cNvSpPr>
          <p:nvPr/>
        </p:nvSpPr>
        <p:spPr>
          <a:xfrm xmlns:a="http://schemas.openxmlformats.org/drawingml/2006/main">
            <a:off x="10594181" y="590550"/>
            <a:ext cx="37147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الحل</a:t>
            </a:r>
          </a:p>
        </p:txBody>
      </p:sp>
      <p:sp>
        <p:nvSpPr>
          <p:cNvPr id="3" name="">
            <a:extLst xmlns:a="http://schemas.openxmlformats.org/drawingml/2006/main">
              <a:ext uri="{FF2B5EF4-FFF2-40B4-BE49-F238E27FC236}">
                <a16:creationId xmlns:a16="http://schemas.microsoft.com/office/drawing/2014/main" id="{C037CDA0-08BB-498C-A3A3-5043757463C2}"/>
              </a:ext>
            </a:extLst>
          </p:cNvPr>
          <p:cNvSpPr>
            <a:spLocks xmlns:a="http://schemas.openxmlformats.org/drawingml/2006/main" noGrp="1"/>
          </p:cNvSpPr>
          <p:nvPr/>
        </p:nvSpPr>
        <p:spPr>
          <a:xfrm xmlns:a="http://schemas.openxmlformats.org/drawingml/2006/main">
            <a:off x="11077575" y="1200150"/>
            <a:ext cx="35242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ما</a:t>
            </a:r>
          </a:p>
        </p:txBody>
      </p:sp>
      <p:sp>
        <p:nvSpPr>
          <p:cNvPr id="4" name="">
            <a:extLst xmlns:a="http://schemas.openxmlformats.org/drawingml/2006/main">
              <a:ext uri="{FF2B5EF4-FFF2-40B4-BE49-F238E27FC236}">
                <a16:creationId xmlns:a16="http://schemas.microsoft.com/office/drawing/2014/main" id="{14E84523-5250-4349-8D4B-43545B97AD1A}"/>
              </a:ext>
            </a:extLst>
          </p:cNvPr>
          <p:cNvSpPr>
            <a:spLocks xmlns:a="http://schemas.openxmlformats.org/drawingml/2006/main" noGrp="1"/>
          </p:cNvSpPr>
          <p:nvPr/>
        </p:nvSpPr>
        <p:spPr>
          <a:xfrm xmlns:a="http://schemas.openxmlformats.org/drawingml/2006/main">
            <a:off x="10236994" y="1200150"/>
            <a:ext cx="723900"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الذي</a:t>
            </a:r>
          </a:p>
        </p:txBody>
      </p:sp>
      <p:sp>
        <p:nvSpPr>
          <p:cNvPr id="5" name="">
            <a:extLst xmlns:a="http://schemas.openxmlformats.org/drawingml/2006/main">
              <a:ext uri="{FF2B5EF4-FFF2-40B4-BE49-F238E27FC236}">
                <a16:creationId xmlns:a16="http://schemas.microsoft.com/office/drawing/2014/main" id="{323C2DFB-F6D2-4693-BD97-80D02F5BA473}"/>
              </a:ext>
            </a:extLst>
          </p:cNvPr>
          <p:cNvSpPr>
            <a:spLocks xmlns:a="http://schemas.openxmlformats.org/drawingml/2006/main" noGrp="1"/>
          </p:cNvSpPr>
          <p:nvPr/>
        </p:nvSpPr>
        <p:spPr>
          <a:xfrm xmlns:a="http://schemas.openxmlformats.org/drawingml/2006/main">
            <a:off x="9139238" y="1200150"/>
            <a:ext cx="98107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تساعد</a:t>
            </a:r>
          </a:p>
        </p:txBody>
      </p:sp>
      <p:sp>
        <p:nvSpPr>
          <p:cNvPr id="6" name="">
            <a:extLst xmlns:a="http://schemas.openxmlformats.org/drawingml/2006/main">
              <a:ext uri="{FF2B5EF4-FFF2-40B4-BE49-F238E27FC236}">
                <a16:creationId xmlns:a16="http://schemas.microsoft.com/office/drawing/2014/main" id="{091B3F09-8CD7-41B2-A78E-7EB715A44885}"/>
              </a:ext>
            </a:extLst>
          </p:cNvPr>
          <p:cNvSpPr>
            <a:spLocks xmlns:a="http://schemas.openxmlformats.org/drawingml/2006/main" noGrp="1"/>
          </p:cNvSpPr>
          <p:nvPr/>
        </p:nvSpPr>
        <p:spPr>
          <a:xfrm xmlns:a="http://schemas.openxmlformats.org/drawingml/2006/main">
            <a:off x="8508206" y="1200150"/>
            <a:ext cx="514350"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فيه</a:t>
            </a:r>
          </a:p>
        </p:txBody>
      </p:sp>
      <p:sp>
        <p:nvSpPr>
          <p:cNvPr id="7" name="">
            <a:extLst xmlns:a="http://schemas.openxmlformats.org/drawingml/2006/main">
              <a:ext uri="{FF2B5EF4-FFF2-40B4-BE49-F238E27FC236}">
                <a16:creationId xmlns:a16="http://schemas.microsoft.com/office/drawing/2014/main" id="{DAEC390A-2730-4F3B-8D85-B31B206BAA9C}"/>
              </a:ext>
            </a:extLst>
          </p:cNvPr>
          <p:cNvSpPr>
            <a:spLocks xmlns:a="http://schemas.openxmlformats.org/drawingml/2006/main" noGrp="1"/>
          </p:cNvSpPr>
          <p:nvPr/>
        </p:nvSpPr>
        <p:spPr>
          <a:xfrm xmlns:a="http://schemas.openxmlformats.org/drawingml/2006/main">
            <a:off x="7277100" y="1200150"/>
            <a:ext cx="111442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النسخة</a:t>
            </a:r>
          </a:p>
        </p:txBody>
      </p:sp>
      <p:sp>
        <p:nvSpPr>
          <p:cNvPr id="8" name="">
            <a:extLst xmlns:a="http://schemas.openxmlformats.org/drawingml/2006/main">
              <a:ext uri="{FF2B5EF4-FFF2-40B4-BE49-F238E27FC236}">
                <a16:creationId xmlns:a16="http://schemas.microsoft.com/office/drawing/2014/main" id="{8AA18F9A-C22D-487F-B834-D9C86C88B390}"/>
              </a:ext>
            </a:extLst>
          </p:cNvPr>
          <p:cNvSpPr>
            <a:spLocks xmlns:a="http://schemas.openxmlformats.org/drawingml/2006/main" noGrp="1"/>
          </p:cNvSpPr>
          <p:nvPr/>
        </p:nvSpPr>
        <p:spPr>
          <a:xfrm xmlns:a="http://schemas.openxmlformats.org/drawingml/2006/main">
            <a:off x="10801350" y="2466975"/>
            <a:ext cx="438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تتيح</a:t>
            </a:r>
          </a:p>
        </p:txBody>
      </p:sp>
      <p:sp>
        <p:nvSpPr>
          <p:cNvPr id="9" name="">
            <a:extLst xmlns:a="http://schemas.openxmlformats.org/drawingml/2006/main">
              <a:ext uri="{FF2B5EF4-FFF2-40B4-BE49-F238E27FC236}">
                <a16:creationId xmlns:a16="http://schemas.microsoft.com/office/drawing/2014/main" id="{7E02AB99-B0DF-4E0F-83A1-3F7F5F713E03}"/>
              </a:ext>
            </a:extLst>
          </p:cNvPr>
          <p:cNvSpPr>
            <a:spLocks xmlns:a="http://schemas.openxmlformats.org/drawingml/2006/main" noGrp="1"/>
          </p:cNvSpPr>
          <p:nvPr/>
        </p:nvSpPr>
        <p:spPr>
          <a:xfrm xmlns:a="http://schemas.openxmlformats.org/drawingml/2006/main">
            <a:off x="9877425" y="2466975"/>
            <a:ext cx="8477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للموظف</a:t>
            </a:r>
          </a:p>
        </p:txBody>
      </p:sp>
      <p:sp>
        <p:nvSpPr>
          <p:cNvPr id="10" name="">
            <a:extLst xmlns:a="http://schemas.openxmlformats.org/drawingml/2006/main">
              <a:ext uri="{FF2B5EF4-FFF2-40B4-BE49-F238E27FC236}">
                <a16:creationId xmlns:a16="http://schemas.microsoft.com/office/drawing/2014/main" id="{08925361-A519-415F-B290-5F30F56C8AF5}"/>
              </a:ext>
            </a:extLst>
          </p:cNvPr>
          <p:cNvSpPr>
            <a:spLocks xmlns:a="http://schemas.openxmlformats.org/drawingml/2006/main" noGrp="1"/>
          </p:cNvSpPr>
          <p:nvPr/>
        </p:nvSpPr>
        <p:spPr>
          <a:xfrm xmlns:a="http://schemas.openxmlformats.org/drawingml/2006/main">
            <a:off x="9153525" y="2466975"/>
            <a:ext cx="647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مستندًا</a:t>
            </a:r>
          </a:p>
        </p:txBody>
      </p:sp>
      <p:sp>
        <p:nvSpPr>
          <p:cNvPr id="11" name="">
            <a:extLst xmlns:a="http://schemas.openxmlformats.org/drawingml/2006/main">
              <a:ext uri="{FF2B5EF4-FFF2-40B4-BE49-F238E27FC236}">
                <a16:creationId xmlns:a16="http://schemas.microsoft.com/office/drawing/2014/main" id="{557B6362-11D4-4EAD-91F2-55844E4DB264}"/>
              </a:ext>
            </a:extLst>
          </p:cNvPr>
          <p:cNvSpPr>
            <a:spLocks xmlns:a="http://schemas.openxmlformats.org/drawingml/2006/main" noGrp="1"/>
          </p:cNvSpPr>
          <p:nvPr/>
        </p:nvSpPr>
        <p:spPr>
          <a:xfrm xmlns:a="http://schemas.openxmlformats.org/drawingml/2006/main">
            <a:off x="8410575" y="2466975"/>
            <a:ext cx="666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إضافيًا</a:t>
            </a:r>
          </a:p>
        </p:txBody>
      </p:sp>
      <p:sp>
        <p:nvSpPr>
          <p:cNvPr id="12" name="">
            <a:extLst xmlns:a="http://schemas.openxmlformats.org/drawingml/2006/main">
              <a:ext uri="{FF2B5EF4-FFF2-40B4-BE49-F238E27FC236}">
                <a16:creationId xmlns:a16="http://schemas.microsoft.com/office/drawing/2014/main" id="{67ADAF39-32B8-46CB-93D9-128553082A89}"/>
              </a:ext>
            </a:extLst>
          </p:cNvPr>
          <p:cNvSpPr>
            <a:spLocks xmlns:a="http://schemas.openxmlformats.org/drawingml/2006/main" noGrp="1"/>
          </p:cNvSpPr>
          <p:nvPr/>
        </p:nvSpPr>
        <p:spPr>
          <a:xfrm xmlns:a="http://schemas.openxmlformats.org/drawingml/2006/main">
            <a:off x="7762875" y="2466975"/>
            <a:ext cx="57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يرجع</a:t>
            </a:r>
          </a:p>
        </p:txBody>
      </p:sp>
      <p:sp>
        <p:nvSpPr>
          <p:cNvPr id="13" name="">
            <a:extLst xmlns:a="http://schemas.openxmlformats.org/drawingml/2006/main">
              <a:ext uri="{FF2B5EF4-FFF2-40B4-BE49-F238E27FC236}">
                <a16:creationId xmlns:a16="http://schemas.microsoft.com/office/drawing/2014/main" id="{64A96AF8-F430-4373-8658-79748EAE8910}"/>
              </a:ext>
            </a:extLst>
          </p:cNvPr>
          <p:cNvSpPr>
            <a:spLocks xmlns:a="http://schemas.openxmlformats.org/drawingml/2006/main" noGrp="1"/>
          </p:cNvSpPr>
          <p:nvPr/>
        </p:nvSpPr>
        <p:spPr>
          <a:xfrm xmlns:a="http://schemas.openxmlformats.org/drawingml/2006/main">
            <a:off x="7458075" y="2466975"/>
            <a:ext cx="228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له</a:t>
            </a:r>
          </a:p>
        </p:txBody>
      </p:sp>
      <p:sp>
        <p:nvSpPr>
          <p:cNvPr id="14" name="">
            <a:extLst xmlns:a="http://schemas.openxmlformats.org/drawingml/2006/main">
              <a:ext uri="{FF2B5EF4-FFF2-40B4-BE49-F238E27FC236}">
                <a16:creationId xmlns:a16="http://schemas.microsoft.com/office/drawing/2014/main" id="{4C64B58F-136C-438D-AF35-06D51E0C02B2}"/>
              </a:ext>
            </a:extLst>
          </p:cNvPr>
          <p:cNvSpPr>
            <a:spLocks xmlns:a="http://schemas.openxmlformats.org/drawingml/2006/main" noGrp="1"/>
          </p:cNvSpPr>
          <p:nvPr/>
        </p:nvSpPr>
        <p:spPr>
          <a:xfrm xmlns:a="http://schemas.openxmlformats.org/drawingml/2006/main">
            <a:off x="6629400" y="2466975"/>
            <a:ext cx="752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ويضمه</a:t>
            </a:r>
          </a:p>
        </p:txBody>
      </p:sp>
      <p:sp>
        <p:nvSpPr>
          <p:cNvPr id="15" name="">
            <a:extLst xmlns:a="http://schemas.openxmlformats.org/drawingml/2006/main">
              <a:ext uri="{FF2B5EF4-FFF2-40B4-BE49-F238E27FC236}">
                <a16:creationId xmlns:a16="http://schemas.microsoft.com/office/drawing/2014/main" id="{E1EF21DB-AEB8-4CB3-9516-2998BD3DB172}"/>
              </a:ext>
            </a:extLst>
          </p:cNvPr>
          <p:cNvSpPr>
            <a:spLocks xmlns:a="http://schemas.openxmlformats.org/drawingml/2006/main" noGrp="1"/>
          </p:cNvSpPr>
          <p:nvPr/>
        </p:nvSpPr>
        <p:spPr>
          <a:xfrm xmlns:a="http://schemas.openxmlformats.org/drawingml/2006/main">
            <a:off x="5953125" y="2466975"/>
            <a:ext cx="6000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للملف</a:t>
            </a:r>
          </a:p>
        </p:txBody>
      </p:sp>
      <p:sp>
        <p:nvSpPr>
          <p:cNvPr id="16" name="">
            <a:extLst xmlns:a="http://schemas.openxmlformats.org/drawingml/2006/main">
              <a:ext uri="{FF2B5EF4-FFF2-40B4-BE49-F238E27FC236}">
                <a16:creationId xmlns:a16="http://schemas.microsoft.com/office/drawing/2014/main" id="{DEAE518F-4A6B-4CC3-9722-EE09EF16C333}"/>
              </a:ext>
            </a:extLst>
          </p:cNvPr>
          <p:cNvSpPr>
            <a:spLocks xmlns:a="http://schemas.openxmlformats.org/drawingml/2006/main" noGrp="1"/>
          </p:cNvSpPr>
          <p:nvPr/>
        </p:nvSpPr>
        <p:spPr>
          <a:xfrm xmlns:a="http://schemas.openxmlformats.org/drawingml/2006/main">
            <a:off x="10553700" y="3082671"/>
            <a:ext cx="685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الجواز</a:t>
            </a:r>
          </a:p>
        </p:txBody>
      </p:sp>
      <p:sp>
        <p:nvSpPr>
          <p:cNvPr id="17" name="">
            <a:extLst xmlns:a="http://schemas.openxmlformats.org/drawingml/2006/main">
              <a:ext uri="{FF2B5EF4-FFF2-40B4-BE49-F238E27FC236}">
                <a16:creationId xmlns:a16="http://schemas.microsoft.com/office/drawing/2014/main" id="{E39E5DE6-B133-4D7B-98DD-9AC8308F4F8F}"/>
              </a:ext>
            </a:extLst>
          </p:cNvPr>
          <p:cNvSpPr>
            <a:spLocks xmlns:a="http://schemas.openxmlformats.org/drawingml/2006/main" noGrp="1"/>
          </p:cNvSpPr>
          <p:nvPr/>
        </p:nvSpPr>
        <p:spPr>
          <a:xfrm xmlns:a="http://schemas.openxmlformats.org/drawingml/2006/main">
            <a:off x="9601200" y="3082671"/>
            <a:ext cx="876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المستعار</a:t>
            </a:r>
          </a:p>
        </p:txBody>
      </p:sp>
      <p:sp>
        <p:nvSpPr>
          <p:cNvPr id="18" name="">
            <a:extLst xmlns:a="http://schemas.openxmlformats.org/drawingml/2006/main">
              <a:ext uri="{FF2B5EF4-FFF2-40B4-BE49-F238E27FC236}">
                <a16:creationId xmlns:a16="http://schemas.microsoft.com/office/drawing/2014/main" id="{999B135D-EB19-4D88-9AD4-7D326B671228}"/>
              </a:ext>
            </a:extLst>
          </p:cNvPr>
          <p:cNvSpPr>
            <a:spLocks xmlns:a="http://schemas.openxmlformats.org/drawingml/2006/main" noGrp="1"/>
          </p:cNvSpPr>
          <p:nvPr/>
        </p:nvSpPr>
        <p:spPr>
          <a:xfrm xmlns:a="http://schemas.openxmlformats.org/drawingml/2006/main">
            <a:off x="9305925" y="3082671"/>
            <a:ext cx="2190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لا</a:t>
            </a:r>
          </a:p>
        </p:txBody>
      </p:sp>
      <p:sp>
        <p:nvSpPr>
          <p:cNvPr id="19" name="">
            <a:extLst xmlns:a="http://schemas.openxmlformats.org/drawingml/2006/main">
              <a:ext uri="{FF2B5EF4-FFF2-40B4-BE49-F238E27FC236}">
                <a16:creationId xmlns:a16="http://schemas.microsoft.com/office/drawing/2014/main" id="{E4986290-71C1-4E55-9C62-95A0E0C535EB}"/>
              </a:ext>
            </a:extLst>
          </p:cNvPr>
          <p:cNvSpPr>
            <a:spLocks xmlns:a="http://schemas.openxmlformats.org/drawingml/2006/main" noGrp="1"/>
          </p:cNvSpPr>
          <p:nvPr/>
        </p:nvSpPr>
        <p:spPr>
          <a:xfrm xmlns:a="http://schemas.openxmlformats.org/drawingml/2006/main">
            <a:off x="8734425" y="3082671"/>
            <a:ext cx="495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يثبت</a:t>
            </a:r>
          </a:p>
        </p:txBody>
      </p:sp>
      <p:sp>
        <p:nvSpPr>
          <p:cNvPr id="20" name="">
            <a:extLst xmlns:a="http://schemas.openxmlformats.org/drawingml/2006/main">
              <a:ext uri="{FF2B5EF4-FFF2-40B4-BE49-F238E27FC236}">
                <a16:creationId xmlns:a16="http://schemas.microsoft.com/office/drawing/2014/main" id="{170EE489-8FD8-402C-8DFD-D40DD45EF1DD}"/>
              </a:ext>
            </a:extLst>
          </p:cNvPr>
          <p:cNvSpPr>
            <a:spLocks xmlns:a="http://schemas.openxmlformats.org/drawingml/2006/main" noGrp="1"/>
          </p:cNvSpPr>
          <p:nvPr/>
        </p:nvSpPr>
        <p:spPr>
          <a:xfrm xmlns:a="http://schemas.openxmlformats.org/drawingml/2006/main">
            <a:off x="8020050" y="3082671"/>
            <a:ext cx="6381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جنسية</a:t>
            </a:r>
          </a:p>
        </p:txBody>
      </p:sp>
      <p:sp>
        <p:nvSpPr>
          <p:cNvPr id="21" name="">
            <a:extLst xmlns:a="http://schemas.openxmlformats.org/drawingml/2006/main">
              <a:ext uri="{FF2B5EF4-FFF2-40B4-BE49-F238E27FC236}">
                <a16:creationId xmlns:a16="http://schemas.microsoft.com/office/drawing/2014/main" id="{C1099170-0A4F-4851-ABDD-33683C8CC90F}"/>
              </a:ext>
            </a:extLst>
          </p:cNvPr>
          <p:cNvSpPr>
            <a:spLocks xmlns:a="http://schemas.openxmlformats.org/drawingml/2006/main" noGrp="1"/>
          </p:cNvSpPr>
          <p:nvPr/>
        </p:nvSpPr>
        <p:spPr>
          <a:xfrm xmlns:a="http://schemas.openxmlformats.org/drawingml/2006/main">
            <a:off x="7362825" y="3082671"/>
            <a:ext cx="5810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حامله</a:t>
            </a:r>
          </a:p>
        </p:txBody>
      </p:sp>
      <p:sp>
        <p:nvSpPr>
          <p:cNvPr id="22" name="">
            <a:extLst xmlns:a="http://schemas.openxmlformats.org/drawingml/2006/main">
              <a:ext uri="{FF2B5EF4-FFF2-40B4-BE49-F238E27FC236}">
                <a16:creationId xmlns:a16="http://schemas.microsoft.com/office/drawing/2014/main" id="{474F36E3-720C-42D8-9015-4902AA393BCB}"/>
              </a:ext>
            </a:extLst>
          </p:cNvPr>
          <p:cNvSpPr>
            <a:spLocks xmlns:a="http://schemas.openxmlformats.org/drawingml/2006/main" noGrp="1"/>
          </p:cNvSpPr>
          <p:nvPr/>
        </p:nvSpPr>
        <p:spPr>
          <a:xfrm xmlns:a="http://schemas.openxmlformats.org/drawingml/2006/main">
            <a:off x="6753225" y="3082671"/>
            <a:ext cx="533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وحده</a:t>
            </a:r>
          </a:p>
        </p:txBody>
      </p:sp>
      <p:sp>
        <p:nvSpPr>
          <p:cNvPr id="23" name="">
            <a:extLst xmlns:a="http://schemas.openxmlformats.org/drawingml/2006/main">
              <a:ext uri="{FF2B5EF4-FFF2-40B4-BE49-F238E27FC236}">
                <a16:creationId xmlns:a16="http://schemas.microsoft.com/office/drawing/2014/main" id="{CE12E21A-A0AB-4893-B251-EEFED9CD523D}"/>
              </a:ext>
            </a:extLst>
          </p:cNvPr>
          <p:cNvSpPr>
            <a:spLocks xmlns:a="http://schemas.openxmlformats.org/drawingml/2006/main" noGrp="1"/>
          </p:cNvSpPr>
          <p:nvPr/>
        </p:nvSpPr>
        <p:spPr>
          <a:xfrm xmlns:a="http://schemas.openxmlformats.org/drawingml/2006/main">
            <a:off x="10744200" y="3698367"/>
            <a:ext cx="495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قبول</a:t>
            </a:r>
          </a:p>
        </p:txBody>
      </p:sp>
      <p:sp>
        <p:nvSpPr>
          <p:cNvPr id="24" name="">
            <a:extLst xmlns:a="http://schemas.openxmlformats.org/drawingml/2006/main">
              <a:ext uri="{FF2B5EF4-FFF2-40B4-BE49-F238E27FC236}">
                <a16:creationId xmlns:a16="http://schemas.microsoft.com/office/drawing/2014/main" id="{F298D2AE-63FB-4218-8426-1FE7ABA9F8F8}"/>
              </a:ext>
            </a:extLst>
          </p:cNvPr>
          <p:cNvSpPr>
            <a:spLocks xmlns:a="http://schemas.openxmlformats.org/drawingml/2006/main" noGrp="1"/>
          </p:cNvSpPr>
          <p:nvPr/>
        </p:nvSpPr>
        <p:spPr>
          <a:xfrm xmlns:a="http://schemas.openxmlformats.org/drawingml/2006/main">
            <a:off x="9953625" y="3698367"/>
            <a:ext cx="714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المستند</a:t>
            </a:r>
          </a:p>
        </p:txBody>
      </p:sp>
      <p:sp>
        <p:nvSpPr>
          <p:cNvPr id="25" name="">
            <a:extLst xmlns:a="http://schemas.openxmlformats.org/drawingml/2006/main">
              <a:ext uri="{FF2B5EF4-FFF2-40B4-BE49-F238E27FC236}">
                <a16:creationId xmlns:a16="http://schemas.microsoft.com/office/drawing/2014/main" id="{D5E8B00F-8F3F-42D6-B952-780FE52BD2C0}"/>
              </a:ext>
            </a:extLst>
          </p:cNvPr>
          <p:cNvSpPr>
            <a:spLocks xmlns:a="http://schemas.openxmlformats.org/drawingml/2006/main" noGrp="1"/>
          </p:cNvSpPr>
          <p:nvPr/>
        </p:nvSpPr>
        <p:spPr>
          <a:xfrm xmlns:a="http://schemas.openxmlformats.org/drawingml/2006/main">
            <a:off x="9058275" y="3698367"/>
            <a:ext cx="819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وإصدار</a:t>
            </a:r>
          </a:p>
        </p:txBody>
      </p:sp>
      <p:sp>
        <p:nvSpPr>
          <p:cNvPr id="26" name="">
            <a:extLst xmlns:a="http://schemas.openxmlformats.org/drawingml/2006/main">
              <a:ext uri="{FF2B5EF4-FFF2-40B4-BE49-F238E27FC236}">
                <a16:creationId xmlns:a16="http://schemas.microsoft.com/office/drawing/2014/main" id="{4AD62415-CA30-4723-B8AF-BDDB136FA5A2}"/>
              </a:ext>
            </a:extLst>
          </p:cNvPr>
          <p:cNvSpPr>
            <a:spLocks xmlns:a="http://schemas.openxmlformats.org/drawingml/2006/main" noGrp="1"/>
          </p:cNvSpPr>
          <p:nvPr/>
        </p:nvSpPr>
        <p:spPr>
          <a:xfrm xmlns:a="http://schemas.openxmlformats.org/drawingml/2006/main">
            <a:off x="8458200" y="3698367"/>
            <a:ext cx="523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وثيقة</a:t>
            </a:r>
          </a:p>
        </p:txBody>
      </p:sp>
      <p:sp>
        <p:nvSpPr>
          <p:cNvPr id="27" name="">
            <a:extLst xmlns:a="http://schemas.openxmlformats.org/drawingml/2006/main">
              <a:ext uri="{FF2B5EF4-FFF2-40B4-BE49-F238E27FC236}">
                <a16:creationId xmlns:a16="http://schemas.microsoft.com/office/drawing/2014/main" id="{0B631FDB-08A4-43E9-81A4-AB96FB6DA4B7}"/>
              </a:ext>
            </a:extLst>
          </p:cNvPr>
          <p:cNvSpPr>
            <a:spLocks xmlns:a="http://schemas.openxmlformats.org/drawingml/2006/main" noGrp="1"/>
          </p:cNvSpPr>
          <p:nvPr/>
        </p:nvSpPr>
        <p:spPr>
          <a:xfrm xmlns:a="http://schemas.openxmlformats.org/drawingml/2006/main">
            <a:off x="7810500" y="3698367"/>
            <a:ext cx="57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السفر</a:t>
            </a:r>
          </a:p>
        </p:txBody>
      </p:sp>
      <p:sp>
        <p:nvSpPr>
          <p:cNvPr id="28" name="">
            <a:extLst xmlns:a="http://schemas.openxmlformats.org/drawingml/2006/main">
              <a:ext uri="{FF2B5EF4-FFF2-40B4-BE49-F238E27FC236}">
                <a16:creationId xmlns:a16="http://schemas.microsoft.com/office/drawing/2014/main" id="{61C588AD-B6AA-4CD7-8EA1-396B05730329}"/>
              </a:ext>
            </a:extLst>
          </p:cNvPr>
          <p:cNvSpPr>
            <a:spLocks xmlns:a="http://schemas.openxmlformats.org/drawingml/2006/main" noGrp="1"/>
          </p:cNvSpPr>
          <p:nvPr/>
        </p:nvSpPr>
        <p:spPr>
          <a:xfrm xmlns:a="http://schemas.openxmlformats.org/drawingml/2006/main">
            <a:off x="7324725" y="3698367"/>
            <a:ext cx="4095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لدى</a:t>
            </a:r>
          </a:p>
        </p:txBody>
      </p:sp>
      <p:sp>
        <p:nvSpPr>
          <p:cNvPr id="29" name="">
            <a:extLst xmlns:a="http://schemas.openxmlformats.org/drawingml/2006/main">
              <a:ext uri="{FF2B5EF4-FFF2-40B4-BE49-F238E27FC236}">
                <a16:creationId xmlns:a16="http://schemas.microsoft.com/office/drawing/2014/main" id="{2EC97E43-6ED2-48CF-8D2E-ECC5FFE6E43C}"/>
              </a:ext>
            </a:extLst>
          </p:cNvPr>
          <p:cNvSpPr>
            <a:spLocks xmlns:a="http://schemas.openxmlformats.org/drawingml/2006/main" noGrp="1"/>
          </p:cNvSpPr>
          <p:nvPr/>
        </p:nvSpPr>
        <p:spPr>
          <a:xfrm xmlns:a="http://schemas.openxmlformats.org/drawingml/2006/main">
            <a:off x="6677025" y="3698367"/>
            <a:ext cx="57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الجهة</a:t>
            </a:r>
          </a:p>
        </p:txBody>
      </p:sp>
      <p:sp>
        <p:nvSpPr>
          <p:cNvPr id="30" name="">
            <a:extLst xmlns:a="http://schemas.openxmlformats.org/drawingml/2006/main">
              <a:ext uri="{FF2B5EF4-FFF2-40B4-BE49-F238E27FC236}">
                <a16:creationId xmlns:a16="http://schemas.microsoft.com/office/drawing/2014/main" id="{00F0B171-033C-4F97-B4B6-8938F089E906}"/>
              </a:ext>
            </a:extLst>
          </p:cNvPr>
          <p:cNvSpPr>
            <a:spLocks xmlns:a="http://schemas.openxmlformats.org/drawingml/2006/main" noGrp="1"/>
          </p:cNvSpPr>
          <p:nvPr/>
        </p:nvSpPr>
        <p:spPr>
          <a:xfrm xmlns:a="http://schemas.openxmlformats.org/drawingml/2006/main">
            <a:off x="5695950" y="3698367"/>
            <a:ext cx="904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المختصة</a:t>
            </a:r>
          </a:p>
        </p:txBody>
      </p:sp>
      <p:sp>
        <p:nvSpPr>
          <p:cNvPr id="31" name="">
            <a:extLst xmlns:a="http://schemas.openxmlformats.org/drawingml/2006/main">
              <a:ext uri="{FF2B5EF4-FFF2-40B4-BE49-F238E27FC236}">
                <a16:creationId xmlns:a16="http://schemas.microsoft.com/office/drawing/2014/main" id="{6B93C853-FA94-49B6-8C03-E2B63B2A8EA8}"/>
              </a:ext>
            </a:extLst>
          </p:cNvPr>
          <p:cNvSpPr>
            <a:spLocks xmlns:a="http://schemas.openxmlformats.org/drawingml/2006/main" noGrp="1"/>
          </p:cNvSpPr>
          <p:nvPr/>
        </p:nvSpPr>
        <p:spPr>
          <a:xfrm xmlns:a="http://schemas.openxmlformats.org/drawingml/2006/main">
            <a:off x="1019175" y="6267450"/>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80979C"/>
                </a:solidFill>
                <a:latin typeface="Arial"/>
                <a:ea typeface="Arial"/>
                <a:cs typeface="Arial"/>
              </a:defRPr>
            </a:pPr>
            <a:r>
              <a:rPr sz="1350" b="0">
                <a:solidFill>
                  <a:srgbClr val="80979C"/>
                </a:solidFill>
                <a:latin typeface="Arial"/>
                <a:ea typeface="Arial"/>
                <a:cs typeface="Arial"/>
              </a:rPr>
              <a:t>03</a:t>
            </a:r>
          </a:p>
        </p:txBody>
      </p:sp>
      <p:sp>
        <p:nvSpPr>
          <p:cNvPr id="32" name="">
            <a:extLst xmlns:a="http://schemas.openxmlformats.org/drawingml/2006/main">
              <a:ext uri="{FF2B5EF4-FFF2-40B4-BE49-F238E27FC236}">
                <a16:creationId xmlns:a16="http://schemas.microsoft.com/office/drawing/2014/main" id="{95AEA548-D366-4A86-9CCC-F67406E7B846}"/>
              </a:ext>
            </a:extLst>
          </p:cNvPr>
          <p:cNvSpPr>
            <a:spLocks xmlns:a="http://schemas.openxmlformats.org/drawingml/2006/main" noGrp="1"/>
          </p:cNvSpPr>
          <p:nvPr/>
        </p:nvSpPr>
        <p:spPr>
          <a:xfrm xmlns:a="http://schemas.openxmlformats.org/drawingml/2006/main">
            <a:off x="11096625" y="6238875"/>
            <a:ext cx="333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b="1">
                <a:solidFill>
                  <a:srgbClr val="10756B"/>
                </a:solidFill>
                <a:latin typeface="Arial"/>
                <a:ea typeface="Arial"/>
                <a:cs typeface="Arial"/>
              </a:defRPr>
            </a:pPr>
            <a:r>
              <a:rPr sz="1800" b="1">
                <a:solidFill>
                  <a:srgbClr val="10756B"/>
                </a:solidFill>
                <a:latin typeface="Arial"/>
                <a:ea typeface="Arial"/>
                <a:cs typeface="Arial"/>
              </a:rPr>
              <a:t>سَنَد</a:t>
            </a:r>
          </a:p>
        </p:txBody>
      </p:sp>
    </p:spTree>
    <p:extLst>
      <p:ext uri="{BB962C8B-B14F-4D97-AF65-F5344CB8AC3E}">
        <p14:creationId xmlns:p14="http://schemas.microsoft.com/office/powerpoint/2010/main" val="544886254"/>
      </p:ext>
    </p:extLst>
  </p:cSld>
</p:sld>
</file>

<file path=ppt/slides/slide4.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B22B2DA3-DF04-45E6-894C-1F1D552B65D0}"/>
              </a:ext>
            </a:extLst>
          </p:cNvPr>
          <p:cNvSpPr>
            <a:spLocks xmlns:a="http://schemas.openxmlformats.org/drawingml/2006/main" noGrp="1"/>
          </p:cNvSpPr>
          <p:nvPr/>
        </p:nvSpPr>
        <p:spPr>
          <a:xfrm xmlns:a="http://schemas.openxmlformats.org/drawingml/2006/main">
            <a:off x="11020425" y="590550"/>
            <a:ext cx="40957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مسار</a:t>
            </a:r>
          </a:p>
        </p:txBody>
      </p:sp>
      <p:sp>
        <p:nvSpPr>
          <p:cNvPr id="2" name="">
            <a:extLst xmlns:a="http://schemas.openxmlformats.org/drawingml/2006/main">
              <a:ext uri="{FF2B5EF4-FFF2-40B4-BE49-F238E27FC236}">
                <a16:creationId xmlns:a16="http://schemas.microsoft.com/office/drawing/2014/main" id="{853D1653-6E2C-4FFF-AA76-0D28CD527AC1}"/>
              </a:ext>
            </a:extLst>
          </p:cNvPr>
          <p:cNvSpPr>
            <a:spLocks xmlns:a="http://schemas.openxmlformats.org/drawingml/2006/main" noGrp="1"/>
          </p:cNvSpPr>
          <p:nvPr/>
        </p:nvSpPr>
        <p:spPr>
          <a:xfrm xmlns:a="http://schemas.openxmlformats.org/drawingml/2006/main">
            <a:off x="10641806" y="590550"/>
            <a:ext cx="32385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منفذ</a:t>
            </a:r>
          </a:p>
        </p:txBody>
      </p:sp>
      <p:sp>
        <p:nvSpPr>
          <p:cNvPr id="3" name="">
            <a:extLst xmlns:a="http://schemas.openxmlformats.org/drawingml/2006/main">
              <a:ext uri="{FF2B5EF4-FFF2-40B4-BE49-F238E27FC236}">
                <a16:creationId xmlns:a16="http://schemas.microsoft.com/office/drawing/2014/main" id="{71B308FA-B0D7-4D61-AD67-70435D441523}"/>
              </a:ext>
            </a:extLst>
          </p:cNvPr>
          <p:cNvSpPr>
            <a:spLocks xmlns:a="http://schemas.openxmlformats.org/drawingml/2006/main" noGrp="1"/>
          </p:cNvSpPr>
          <p:nvPr/>
        </p:nvSpPr>
        <p:spPr>
          <a:xfrm xmlns:a="http://schemas.openxmlformats.org/drawingml/2006/main">
            <a:off x="10186988" y="590550"/>
            <a:ext cx="40005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داخل</a:t>
            </a:r>
          </a:p>
        </p:txBody>
      </p:sp>
      <p:sp>
        <p:nvSpPr>
          <p:cNvPr id="4" name="">
            <a:extLst xmlns:a="http://schemas.openxmlformats.org/drawingml/2006/main">
              <a:ext uri="{FF2B5EF4-FFF2-40B4-BE49-F238E27FC236}">
                <a16:creationId xmlns:a16="http://schemas.microsoft.com/office/drawing/2014/main" id="{0BEAB2F3-52B9-436C-A573-6838C6CB8081}"/>
              </a:ext>
            </a:extLst>
          </p:cNvPr>
          <p:cNvSpPr>
            <a:spLocks xmlns:a="http://schemas.openxmlformats.org/drawingml/2006/main" noGrp="1"/>
          </p:cNvSpPr>
          <p:nvPr/>
        </p:nvSpPr>
        <p:spPr>
          <a:xfrm xmlns:a="http://schemas.openxmlformats.org/drawingml/2006/main">
            <a:off x="9627394" y="590550"/>
            <a:ext cx="50482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محاكاة</a:t>
            </a:r>
          </a:p>
        </p:txBody>
      </p:sp>
      <p:sp>
        <p:nvSpPr>
          <p:cNvPr id="5" name="">
            <a:extLst xmlns:a="http://schemas.openxmlformats.org/drawingml/2006/main">
              <a:ext uri="{FF2B5EF4-FFF2-40B4-BE49-F238E27FC236}">
                <a16:creationId xmlns:a16="http://schemas.microsoft.com/office/drawing/2014/main" id="{F00AE681-2E35-4BFB-9F84-D50DC2203974}"/>
              </a:ext>
            </a:extLst>
          </p:cNvPr>
          <p:cNvSpPr>
            <a:spLocks xmlns:a="http://schemas.openxmlformats.org/drawingml/2006/main" noGrp="1"/>
          </p:cNvSpPr>
          <p:nvPr/>
        </p:nvSpPr>
        <p:spPr>
          <a:xfrm xmlns:a="http://schemas.openxmlformats.org/drawingml/2006/main">
            <a:off x="10525125" y="1200150"/>
            <a:ext cx="90487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الحفظ</a:t>
            </a:r>
          </a:p>
        </p:txBody>
      </p:sp>
      <p:sp>
        <p:nvSpPr>
          <p:cNvPr id="6" name="">
            <a:extLst xmlns:a="http://schemas.openxmlformats.org/drawingml/2006/main">
              <a:ext uri="{FF2B5EF4-FFF2-40B4-BE49-F238E27FC236}">
                <a16:creationId xmlns:a16="http://schemas.microsoft.com/office/drawing/2014/main" id="{FE065EFB-2812-4584-896B-5C2EC01DD2F9}"/>
              </a:ext>
            </a:extLst>
          </p:cNvPr>
          <p:cNvSpPr>
            <a:spLocks xmlns:a="http://schemas.openxmlformats.org/drawingml/2006/main" noGrp="1"/>
          </p:cNvSpPr>
          <p:nvPr/>
        </p:nvSpPr>
        <p:spPr>
          <a:xfrm xmlns:a="http://schemas.openxmlformats.org/drawingml/2006/main">
            <a:off x="9875044" y="1200150"/>
            <a:ext cx="533400"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قبل</a:t>
            </a:r>
          </a:p>
        </p:txBody>
      </p:sp>
      <p:sp>
        <p:nvSpPr>
          <p:cNvPr id="7" name="">
            <a:extLst xmlns:a="http://schemas.openxmlformats.org/drawingml/2006/main">
              <a:ext uri="{FF2B5EF4-FFF2-40B4-BE49-F238E27FC236}">
                <a16:creationId xmlns:a16="http://schemas.microsoft.com/office/drawing/2014/main" id="{6197A7F9-B6A8-40DB-B6DF-B5F36110D26E}"/>
              </a:ext>
            </a:extLst>
          </p:cNvPr>
          <p:cNvSpPr>
            <a:spLocks xmlns:a="http://schemas.openxmlformats.org/drawingml/2006/main" noGrp="1"/>
          </p:cNvSpPr>
          <p:nvPr/>
        </p:nvSpPr>
        <p:spPr>
          <a:xfrm xmlns:a="http://schemas.openxmlformats.org/drawingml/2006/main">
            <a:off x="8501063" y="1200150"/>
            <a:ext cx="1257300"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الوصول</a:t>
            </a:r>
          </a:p>
        </p:txBody>
      </p:sp>
      <p:sp>
        <p:nvSpPr>
          <p:cNvPr id="8" name="">
            <a:extLst xmlns:a="http://schemas.openxmlformats.org/drawingml/2006/main">
              <a:ext uri="{FF2B5EF4-FFF2-40B4-BE49-F238E27FC236}">
                <a16:creationId xmlns:a16="http://schemas.microsoft.com/office/drawing/2014/main" id="{D56484C9-245D-45FF-BCDC-61FEB70206A9}"/>
              </a:ext>
            </a:extLst>
          </p:cNvPr>
          <p:cNvSpPr>
            <a:spLocks xmlns:a="http://schemas.openxmlformats.org/drawingml/2006/main" noGrp="1"/>
          </p:cNvSpPr>
          <p:nvPr/>
        </p:nvSpPr>
        <p:spPr>
          <a:xfrm xmlns:a="http://schemas.openxmlformats.org/drawingml/2006/main">
            <a:off x="11029950" y="2466975"/>
            <a:ext cx="209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١</a:t>
            </a:r>
          </a:p>
        </p:txBody>
      </p:sp>
      <p:sp>
        <p:nvSpPr>
          <p:cNvPr id="9" name="">
            <a:extLst xmlns:a="http://schemas.openxmlformats.org/drawingml/2006/main">
              <a:ext uri="{FF2B5EF4-FFF2-40B4-BE49-F238E27FC236}">
                <a16:creationId xmlns:a16="http://schemas.microsoft.com/office/drawing/2014/main" id="{FD16ED0E-8E67-42B5-B3A3-42CBF6594C2F}"/>
              </a:ext>
            </a:extLst>
          </p:cNvPr>
          <p:cNvSpPr>
            <a:spLocks xmlns:a="http://schemas.openxmlformats.org/drawingml/2006/main" noGrp="1"/>
          </p:cNvSpPr>
          <p:nvPr/>
        </p:nvSpPr>
        <p:spPr>
          <a:xfrm xmlns:a="http://schemas.openxmlformats.org/drawingml/2006/main">
            <a:off x="10906125" y="2466975"/>
            <a:ext cx="47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0" name="">
            <a:extLst xmlns:a="http://schemas.openxmlformats.org/drawingml/2006/main">
              <a:ext uri="{FF2B5EF4-FFF2-40B4-BE49-F238E27FC236}">
                <a16:creationId xmlns:a16="http://schemas.microsoft.com/office/drawing/2014/main" id="{84471A59-91C9-49D6-A452-AC5939F8EDFC}"/>
              </a:ext>
            </a:extLst>
          </p:cNvPr>
          <p:cNvSpPr>
            <a:spLocks xmlns:a="http://schemas.openxmlformats.org/drawingml/2006/main" noGrp="1"/>
          </p:cNvSpPr>
          <p:nvPr/>
        </p:nvSpPr>
        <p:spPr>
          <a:xfrm xmlns:a="http://schemas.openxmlformats.org/drawingml/2006/main">
            <a:off x="10363200" y="2466975"/>
            <a:ext cx="4667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حفظ</a:t>
            </a:r>
          </a:p>
        </p:txBody>
      </p:sp>
      <p:sp>
        <p:nvSpPr>
          <p:cNvPr id="11" name="">
            <a:extLst xmlns:a="http://schemas.openxmlformats.org/drawingml/2006/main">
              <a:ext uri="{FF2B5EF4-FFF2-40B4-BE49-F238E27FC236}">
                <a16:creationId xmlns:a16="http://schemas.microsoft.com/office/drawing/2014/main" id="{64ECFF90-B382-4D60-B6B0-64D70B2EABCA}"/>
              </a:ext>
            </a:extLst>
          </p:cNvPr>
          <p:cNvSpPr>
            <a:spLocks xmlns:a="http://schemas.openxmlformats.org/drawingml/2006/main" noGrp="1"/>
          </p:cNvSpPr>
          <p:nvPr/>
        </p:nvSpPr>
        <p:spPr>
          <a:xfrm xmlns:a="http://schemas.openxmlformats.org/drawingml/2006/main">
            <a:off x="9601200" y="2466975"/>
            <a:ext cx="685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النسخة</a:t>
            </a:r>
          </a:p>
        </p:txBody>
      </p:sp>
      <p:sp>
        <p:nvSpPr>
          <p:cNvPr id="12" name="">
            <a:extLst xmlns:a="http://schemas.openxmlformats.org/drawingml/2006/main">
              <a:ext uri="{FF2B5EF4-FFF2-40B4-BE49-F238E27FC236}">
                <a16:creationId xmlns:a16="http://schemas.microsoft.com/office/drawing/2014/main" id="{6A538D74-D4C5-4244-B45A-605D41DA307D}"/>
              </a:ext>
            </a:extLst>
          </p:cNvPr>
          <p:cNvSpPr>
            <a:spLocks xmlns:a="http://schemas.openxmlformats.org/drawingml/2006/main" noGrp="1"/>
          </p:cNvSpPr>
          <p:nvPr/>
        </p:nvSpPr>
        <p:spPr>
          <a:xfrm xmlns:a="http://schemas.openxmlformats.org/drawingml/2006/main">
            <a:off x="9210675" y="2466975"/>
            <a:ext cx="314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مع</a:t>
            </a:r>
          </a:p>
        </p:txBody>
      </p:sp>
      <p:sp>
        <p:nvSpPr>
          <p:cNvPr id="13" name="">
            <a:extLst xmlns:a="http://schemas.openxmlformats.org/drawingml/2006/main">
              <a:ext uri="{FF2B5EF4-FFF2-40B4-BE49-F238E27FC236}">
                <a16:creationId xmlns:a16="http://schemas.microsoft.com/office/drawing/2014/main" id="{35374393-BF25-458A-B2E9-060AECF69333}"/>
              </a:ext>
            </a:extLst>
          </p:cNvPr>
          <p:cNvSpPr>
            <a:spLocks xmlns:a="http://schemas.openxmlformats.org/drawingml/2006/main" noGrp="1"/>
          </p:cNvSpPr>
          <p:nvPr/>
        </p:nvSpPr>
        <p:spPr>
          <a:xfrm xmlns:a="http://schemas.openxmlformats.org/drawingml/2006/main">
            <a:off x="8620125" y="2466975"/>
            <a:ext cx="514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طلب</a:t>
            </a:r>
          </a:p>
        </p:txBody>
      </p:sp>
      <p:sp>
        <p:nvSpPr>
          <p:cNvPr id="14" name="">
            <a:extLst xmlns:a="http://schemas.openxmlformats.org/drawingml/2006/main">
              <a:ext uri="{FF2B5EF4-FFF2-40B4-BE49-F238E27FC236}">
                <a16:creationId xmlns:a16="http://schemas.microsoft.com/office/drawing/2014/main" id="{E4C29120-6E54-4A75-87DD-B44A8054B3ED}"/>
              </a:ext>
            </a:extLst>
          </p:cNvPr>
          <p:cNvSpPr>
            <a:spLocks xmlns:a="http://schemas.openxmlformats.org/drawingml/2006/main" noGrp="1"/>
          </p:cNvSpPr>
          <p:nvPr/>
        </p:nvSpPr>
        <p:spPr>
          <a:xfrm xmlns:a="http://schemas.openxmlformats.org/drawingml/2006/main">
            <a:off x="7753350" y="2466975"/>
            <a:ext cx="7905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التأشيرة</a:t>
            </a:r>
          </a:p>
        </p:txBody>
      </p:sp>
      <p:sp>
        <p:nvSpPr>
          <p:cNvPr id="15" name="">
            <a:extLst xmlns:a="http://schemas.openxmlformats.org/drawingml/2006/main">
              <a:ext uri="{FF2B5EF4-FFF2-40B4-BE49-F238E27FC236}">
                <a16:creationId xmlns:a16="http://schemas.microsoft.com/office/drawing/2014/main" id="{8EBBC194-9AF2-4F06-8A3D-7DD621E0B951}"/>
              </a:ext>
            </a:extLst>
          </p:cNvPr>
          <p:cNvSpPr>
            <a:spLocks xmlns:a="http://schemas.openxmlformats.org/drawingml/2006/main" noGrp="1"/>
          </p:cNvSpPr>
          <p:nvPr/>
        </p:nvSpPr>
        <p:spPr>
          <a:xfrm xmlns:a="http://schemas.openxmlformats.org/drawingml/2006/main">
            <a:off x="6781800" y="2466975"/>
            <a:ext cx="895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التجريبي</a:t>
            </a:r>
          </a:p>
        </p:txBody>
      </p:sp>
      <p:sp>
        <p:nvSpPr>
          <p:cNvPr id="16" name="">
            <a:extLst xmlns:a="http://schemas.openxmlformats.org/drawingml/2006/main">
              <a:ext uri="{FF2B5EF4-FFF2-40B4-BE49-F238E27FC236}">
                <a16:creationId xmlns:a16="http://schemas.microsoft.com/office/drawing/2014/main" id="{32D32FEE-EB53-4D40-A550-8626C1B0AC40}"/>
              </a:ext>
            </a:extLst>
          </p:cNvPr>
          <p:cNvSpPr>
            <a:spLocks xmlns:a="http://schemas.openxmlformats.org/drawingml/2006/main" noGrp="1"/>
          </p:cNvSpPr>
          <p:nvPr/>
        </p:nvSpPr>
        <p:spPr>
          <a:xfrm xmlns:a="http://schemas.openxmlformats.org/drawingml/2006/main">
            <a:off x="11029950" y="2924175"/>
            <a:ext cx="209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٢</a:t>
            </a:r>
          </a:p>
        </p:txBody>
      </p:sp>
      <p:sp>
        <p:nvSpPr>
          <p:cNvPr id="17" name="">
            <a:extLst xmlns:a="http://schemas.openxmlformats.org/drawingml/2006/main">
              <a:ext uri="{FF2B5EF4-FFF2-40B4-BE49-F238E27FC236}">
                <a16:creationId xmlns:a16="http://schemas.microsoft.com/office/drawing/2014/main" id="{C30FCC9E-E9D5-41A3-AA1D-5E95252CE159}"/>
              </a:ext>
            </a:extLst>
          </p:cNvPr>
          <p:cNvSpPr>
            <a:spLocks xmlns:a="http://schemas.openxmlformats.org/drawingml/2006/main" noGrp="1"/>
          </p:cNvSpPr>
          <p:nvPr/>
        </p:nvSpPr>
        <p:spPr>
          <a:xfrm xmlns:a="http://schemas.openxmlformats.org/drawingml/2006/main">
            <a:off x="10906125" y="2924175"/>
            <a:ext cx="47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8" name="">
            <a:extLst xmlns:a="http://schemas.openxmlformats.org/drawingml/2006/main">
              <a:ext uri="{FF2B5EF4-FFF2-40B4-BE49-F238E27FC236}">
                <a16:creationId xmlns:a16="http://schemas.microsoft.com/office/drawing/2014/main" id="{363C322F-31A6-4819-8F08-F81208343377}"/>
              </a:ext>
            </a:extLst>
          </p:cNvPr>
          <p:cNvSpPr>
            <a:spLocks xmlns:a="http://schemas.openxmlformats.org/drawingml/2006/main" noGrp="1"/>
          </p:cNvSpPr>
          <p:nvPr/>
        </p:nvSpPr>
        <p:spPr>
          <a:xfrm xmlns:a="http://schemas.openxmlformats.org/drawingml/2006/main">
            <a:off x="10048875" y="2924175"/>
            <a:ext cx="781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مراجعة</a:t>
            </a:r>
          </a:p>
        </p:txBody>
      </p:sp>
      <p:sp>
        <p:nvSpPr>
          <p:cNvPr id="19" name="">
            <a:extLst xmlns:a="http://schemas.openxmlformats.org/drawingml/2006/main">
              <a:ext uri="{FF2B5EF4-FFF2-40B4-BE49-F238E27FC236}">
                <a16:creationId xmlns:a16="http://schemas.microsoft.com/office/drawing/2014/main" id="{CF7CD7A1-6B9B-44E9-8E49-0E38190B9D44}"/>
              </a:ext>
            </a:extLst>
          </p:cNvPr>
          <p:cNvSpPr>
            <a:spLocks xmlns:a="http://schemas.openxmlformats.org/drawingml/2006/main" noGrp="1"/>
          </p:cNvSpPr>
          <p:nvPr/>
        </p:nvSpPr>
        <p:spPr>
          <a:xfrm xmlns:a="http://schemas.openxmlformats.org/drawingml/2006/main">
            <a:off x="9267825" y="2924175"/>
            <a:ext cx="704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الحقول</a:t>
            </a:r>
          </a:p>
        </p:txBody>
      </p:sp>
      <p:sp>
        <p:nvSpPr>
          <p:cNvPr id="20" name="">
            <a:extLst xmlns:a="http://schemas.openxmlformats.org/drawingml/2006/main">
              <a:ext uri="{FF2B5EF4-FFF2-40B4-BE49-F238E27FC236}">
                <a16:creationId xmlns:a16="http://schemas.microsoft.com/office/drawing/2014/main" id="{896BEA9F-7CAF-4BC7-A806-C96C20BE69FB}"/>
              </a:ext>
            </a:extLst>
          </p:cNvPr>
          <p:cNvSpPr>
            <a:spLocks xmlns:a="http://schemas.openxmlformats.org/drawingml/2006/main" noGrp="1"/>
          </p:cNvSpPr>
          <p:nvPr/>
        </p:nvSpPr>
        <p:spPr>
          <a:xfrm xmlns:a="http://schemas.openxmlformats.org/drawingml/2006/main">
            <a:off x="8382000" y="2924175"/>
            <a:ext cx="809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وتسجيل</a:t>
            </a:r>
          </a:p>
        </p:txBody>
      </p:sp>
      <p:sp>
        <p:nvSpPr>
          <p:cNvPr id="21" name="">
            <a:extLst xmlns:a="http://schemas.openxmlformats.org/drawingml/2006/main">
              <a:ext uri="{FF2B5EF4-FFF2-40B4-BE49-F238E27FC236}">
                <a16:creationId xmlns:a16="http://schemas.microsoft.com/office/drawing/2014/main" id="{AEE7E236-ACEE-48E6-AC35-4026DFB747DA}"/>
              </a:ext>
            </a:extLst>
          </p:cNvPr>
          <p:cNvSpPr>
            <a:spLocks xmlns:a="http://schemas.openxmlformats.org/drawingml/2006/main" noGrp="1"/>
          </p:cNvSpPr>
          <p:nvPr/>
        </p:nvSpPr>
        <p:spPr>
          <a:xfrm xmlns:a="http://schemas.openxmlformats.org/drawingml/2006/main">
            <a:off x="7372350" y="2924175"/>
            <a:ext cx="933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الملاحظة</a:t>
            </a:r>
          </a:p>
        </p:txBody>
      </p:sp>
      <p:sp>
        <p:nvSpPr>
          <p:cNvPr id="22" name="">
            <a:extLst xmlns:a="http://schemas.openxmlformats.org/drawingml/2006/main">
              <a:ext uri="{FF2B5EF4-FFF2-40B4-BE49-F238E27FC236}">
                <a16:creationId xmlns:a16="http://schemas.microsoft.com/office/drawing/2014/main" id="{96392590-CC17-4648-A597-5C9410F4254B}"/>
              </a:ext>
            </a:extLst>
          </p:cNvPr>
          <p:cNvSpPr>
            <a:spLocks xmlns:a="http://schemas.openxmlformats.org/drawingml/2006/main" noGrp="1"/>
          </p:cNvSpPr>
          <p:nvPr/>
        </p:nvSpPr>
        <p:spPr>
          <a:xfrm xmlns:a="http://schemas.openxmlformats.org/drawingml/2006/main">
            <a:off x="11029950" y="3381375"/>
            <a:ext cx="209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٣</a:t>
            </a:r>
          </a:p>
        </p:txBody>
      </p:sp>
      <p:sp>
        <p:nvSpPr>
          <p:cNvPr id="23" name="">
            <a:extLst xmlns:a="http://schemas.openxmlformats.org/drawingml/2006/main">
              <a:ext uri="{FF2B5EF4-FFF2-40B4-BE49-F238E27FC236}">
                <a16:creationId xmlns:a16="http://schemas.microsoft.com/office/drawing/2014/main" id="{7B4E7169-EAE2-4B6F-B356-AD1F281812C3}"/>
              </a:ext>
            </a:extLst>
          </p:cNvPr>
          <p:cNvSpPr>
            <a:spLocks xmlns:a="http://schemas.openxmlformats.org/drawingml/2006/main" noGrp="1"/>
          </p:cNvSpPr>
          <p:nvPr/>
        </p:nvSpPr>
        <p:spPr>
          <a:xfrm xmlns:a="http://schemas.openxmlformats.org/drawingml/2006/main">
            <a:off x="10906125" y="3381375"/>
            <a:ext cx="47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24" name="">
            <a:extLst xmlns:a="http://schemas.openxmlformats.org/drawingml/2006/main">
              <a:ext uri="{FF2B5EF4-FFF2-40B4-BE49-F238E27FC236}">
                <a16:creationId xmlns:a16="http://schemas.microsoft.com/office/drawing/2014/main" id="{48ADEE76-693C-43C0-B979-F13D24A92342}"/>
              </a:ext>
            </a:extLst>
          </p:cNvPr>
          <p:cNvSpPr>
            <a:spLocks xmlns:a="http://schemas.openxmlformats.org/drawingml/2006/main" noGrp="1"/>
          </p:cNvSpPr>
          <p:nvPr/>
        </p:nvSpPr>
        <p:spPr>
          <a:xfrm xmlns:a="http://schemas.openxmlformats.org/drawingml/2006/main">
            <a:off x="10296525" y="3381375"/>
            <a:ext cx="533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تسليم</a:t>
            </a:r>
          </a:p>
        </p:txBody>
      </p:sp>
      <p:sp>
        <p:nvSpPr>
          <p:cNvPr id="25" name="">
            <a:extLst xmlns:a="http://schemas.openxmlformats.org/drawingml/2006/main">
              <a:ext uri="{FF2B5EF4-FFF2-40B4-BE49-F238E27FC236}">
                <a16:creationId xmlns:a16="http://schemas.microsoft.com/office/drawing/2014/main" id="{EB3D4D9B-A29D-413A-82E8-36AB71DBCF1C}"/>
              </a:ext>
            </a:extLst>
          </p:cNvPr>
          <p:cNvSpPr>
            <a:spLocks xmlns:a="http://schemas.openxmlformats.org/drawingml/2006/main" noGrp="1"/>
          </p:cNvSpPr>
          <p:nvPr/>
        </p:nvSpPr>
        <p:spPr>
          <a:xfrm xmlns:a="http://schemas.openxmlformats.org/drawingml/2006/main">
            <a:off x="9448800" y="3381375"/>
            <a:ext cx="7715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واستلام</a:t>
            </a:r>
          </a:p>
        </p:txBody>
      </p:sp>
      <p:sp>
        <p:nvSpPr>
          <p:cNvPr id="26" name="">
            <a:extLst xmlns:a="http://schemas.openxmlformats.org/drawingml/2006/main">
              <a:ext uri="{FF2B5EF4-FFF2-40B4-BE49-F238E27FC236}">
                <a16:creationId xmlns:a16="http://schemas.microsoft.com/office/drawing/2014/main" id="{34D93D8F-73CF-4AE4-B5B2-FB7027804AAF}"/>
              </a:ext>
            </a:extLst>
          </p:cNvPr>
          <p:cNvSpPr>
            <a:spLocks xmlns:a="http://schemas.openxmlformats.org/drawingml/2006/main" noGrp="1"/>
          </p:cNvSpPr>
          <p:nvPr/>
        </p:nvSpPr>
        <p:spPr>
          <a:xfrm xmlns:a="http://schemas.openxmlformats.org/drawingml/2006/main">
            <a:off x="8620125" y="3381375"/>
            <a:ext cx="752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بإيصال</a:t>
            </a:r>
          </a:p>
        </p:txBody>
      </p:sp>
      <p:sp>
        <p:nvSpPr>
          <p:cNvPr id="27" name="">
            <a:extLst xmlns:a="http://schemas.openxmlformats.org/drawingml/2006/main">
              <a:ext uri="{FF2B5EF4-FFF2-40B4-BE49-F238E27FC236}">
                <a16:creationId xmlns:a16="http://schemas.microsoft.com/office/drawing/2014/main" id="{B2854C2E-1A8B-4CC5-9C52-395B6403814E}"/>
              </a:ext>
            </a:extLst>
          </p:cNvPr>
          <p:cNvSpPr>
            <a:spLocks xmlns:a="http://schemas.openxmlformats.org/drawingml/2006/main" noGrp="1"/>
          </p:cNvSpPr>
          <p:nvPr/>
        </p:nvSpPr>
        <p:spPr>
          <a:xfrm xmlns:a="http://schemas.openxmlformats.org/drawingml/2006/main">
            <a:off x="7820025" y="3381375"/>
            <a:ext cx="723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محفوظ</a:t>
            </a:r>
          </a:p>
        </p:txBody>
      </p:sp>
      <p:sp>
        <p:nvSpPr>
          <p:cNvPr id="28" name="">
            <a:extLst xmlns:a="http://schemas.openxmlformats.org/drawingml/2006/main">
              <a:ext uri="{FF2B5EF4-FFF2-40B4-BE49-F238E27FC236}">
                <a16:creationId xmlns:a16="http://schemas.microsoft.com/office/drawing/2014/main" id="{0BFFBB00-B469-4056-9D43-614EC40F948E}"/>
              </a:ext>
            </a:extLst>
          </p:cNvPr>
          <p:cNvSpPr>
            <a:spLocks xmlns:a="http://schemas.openxmlformats.org/drawingml/2006/main" noGrp="1"/>
          </p:cNvSpPr>
          <p:nvPr/>
        </p:nvSpPr>
        <p:spPr>
          <a:xfrm xmlns:a="http://schemas.openxmlformats.org/drawingml/2006/main">
            <a:off x="11029950" y="3838575"/>
            <a:ext cx="209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٤</a:t>
            </a:r>
          </a:p>
        </p:txBody>
      </p:sp>
      <p:sp>
        <p:nvSpPr>
          <p:cNvPr id="29" name="">
            <a:extLst xmlns:a="http://schemas.openxmlformats.org/drawingml/2006/main">
              <a:ext uri="{FF2B5EF4-FFF2-40B4-BE49-F238E27FC236}">
                <a16:creationId xmlns:a16="http://schemas.microsoft.com/office/drawing/2014/main" id="{CA3C558A-8C51-44B8-9A01-045380405EB7}"/>
              </a:ext>
            </a:extLst>
          </p:cNvPr>
          <p:cNvSpPr>
            <a:spLocks xmlns:a="http://schemas.openxmlformats.org/drawingml/2006/main" noGrp="1"/>
          </p:cNvSpPr>
          <p:nvPr/>
        </p:nvSpPr>
        <p:spPr>
          <a:xfrm xmlns:a="http://schemas.openxmlformats.org/drawingml/2006/main">
            <a:off x="10906125" y="3838575"/>
            <a:ext cx="47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30" name="">
            <a:extLst xmlns:a="http://schemas.openxmlformats.org/drawingml/2006/main">
              <a:ext uri="{FF2B5EF4-FFF2-40B4-BE49-F238E27FC236}">
                <a16:creationId xmlns:a16="http://schemas.microsoft.com/office/drawing/2014/main" id="{4F0994CB-29D8-4A4E-BCDA-6ECF491615A1}"/>
              </a:ext>
            </a:extLst>
          </p:cNvPr>
          <p:cNvSpPr>
            <a:spLocks xmlns:a="http://schemas.openxmlformats.org/drawingml/2006/main" noGrp="1"/>
          </p:cNvSpPr>
          <p:nvPr/>
        </p:nvSpPr>
        <p:spPr>
          <a:xfrm xmlns:a="http://schemas.openxmlformats.org/drawingml/2006/main">
            <a:off x="10372725" y="3838575"/>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ربط</a:t>
            </a:r>
          </a:p>
        </p:txBody>
      </p:sp>
      <p:sp>
        <p:nvSpPr>
          <p:cNvPr id="31" name="">
            <a:extLst xmlns:a="http://schemas.openxmlformats.org/drawingml/2006/main">
              <a:ext uri="{FF2B5EF4-FFF2-40B4-BE49-F238E27FC236}">
                <a16:creationId xmlns:a16="http://schemas.microsoft.com/office/drawing/2014/main" id="{B25EC916-7229-491E-BCE7-E051850DF987}"/>
              </a:ext>
            </a:extLst>
          </p:cNvPr>
          <p:cNvSpPr>
            <a:spLocks xmlns:a="http://schemas.openxmlformats.org/drawingml/2006/main" noGrp="1"/>
          </p:cNvSpPr>
          <p:nvPr/>
        </p:nvSpPr>
        <p:spPr>
          <a:xfrm xmlns:a="http://schemas.openxmlformats.org/drawingml/2006/main">
            <a:off x="9610725" y="3838575"/>
            <a:ext cx="685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النسخة</a:t>
            </a:r>
          </a:p>
        </p:txBody>
      </p:sp>
      <p:sp>
        <p:nvSpPr>
          <p:cNvPr id="32" name="">
            <a:extLst xmlns:a="http://schemas.openxmlformats.org/drawingml/2006/main">
              <a:ext uri="{FF2B5EF4-FFF2-40B4-BE49-F238E27FC236}">
                <a16:creationId xmlns:a16="http://schemas.microsoft.com/office/drawing/2014/main" id="{7413F97E-6894-4B46-8E27-40111A77A538}"/>
              </a:ext>
            </a:extLst>
          </p:cNvPr>
          <p:cNvSpPr>
            <a:spLocks xmlns:a="http://schemas.openxmlformats.org/drawingml/2006/main" noGrp="1"/>
          </p:cNvSpPr>
          <p:nvPr/>
        </p:nvSpPr>
        <p:spPr>
          <a:xfrm xmlns:a="http://schemas.openxmlformats.org/drawingml/2006/main">
            <a:off x="8972550" y="3838575"/>
            <a:ext cx="5619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نفسها</a:t>
            </a:r>
          </a:p>
        </p:txBody>
      </p:sp>
      <p:sp>
        <p:nvSpPr>
          <p:cNvPr id="33" name="">
            <a:extLst xmlns:a="http://schemas.openxmlformats.org/drawingml/2006/main">
              <a:ext uri="{FF2B5EF4-FFF2-40B4-BE49-F238E27FC236}">
                <a16:creationId xmlns:a16="http://schemas.microsoft.com/office/drawing/2014/main" id="{1469E914-DB5E-4941-A565-39D33AB28984}"/>
              </a:ext>
            </a:extLst>
          </p:cNvPr>
          <p:cNvSpPr>
            <a:spLocks xmlns:a="http://schemas.openxmlformats.org/drawingml/2006/main" noGrp="1"/>
          </p:cNvSpPr>
          <p:nvPr/>
        </p:nvSpPr>
        <p:spPr>
          <a:xfrm xmlns:a="http://schemas.openxmlformats.org/drawingml/2006/main">
            <a:off x="8343900" y="3838575"/>
            <a:ext cx="552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بملف</a:t>
            </a:r>
          </a:p>
        </p:txBody>
      </p:sp>
      <p:sp>
        <p:nvSpPr>
          <p:cNvPr id="34" name="">
            <a:extLst xmlns:a="http://schemas.openxmlformats.org/drawingml/2006/main">
              <a:ext uri="{FF2B5EF4-FFF2-40B4-BE49-F238E27FC236}">
                <a16:creationId xmlns:a16="http://schemas.microsoft.com/office/drawing/2014/main" id="{1D721D96-F929-47F5-BC92-5BE521617629}"/>
              </a:ext>
            </a:extLst>
          </p:cNvPr>
          <p:cNvSpPr>
            <a:spLocks xmlns:a="http://schemas.openxmlformats.org/drawingml/2006/main" noGrp="1"/>
          </p:cNvSpPr>
          <p:nvPr/>
        </p:nvSpPr>
        <p:spPr>
          <a:xfrm xmlns:a="http://schemas.openxmlformats.org/drawingml/2006/main">
            <a:off x="7534275" y="3838575"/>
            <a:ext cx="7334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الدخول</a:t>
            </a:r>
          </a:p>
        </p:txBody>
      </p:sp>
      <p:sp>
        <p:nvSpPr>
          <p:cNvPr id="35" name="">
            <a:extLst xmlns:a="http://schemas.openxmlformats.org/drawingml/2006/main">
              <a:ext uri="{FF2B5EF4-FFF2-40B4-BE49-F238E27FC236}">
                <a16:creationId xmlns:a16="http://schemas.microsoft.com/office/drawing/2014/main" id="{93C979C3-C553-45F4-BD6C-A3703C594192}"/>
              </a:ext>
            </a:extLst>
          </p:cNvPr>
          <p:cNvSpPr>
            <a:spLocks xmlns:a="http://schemas.openxmlformats.org/drawingml/2006/main" noGrp="1"/>
          </p:cNvSpPr>
          <p:nvPr/>
        </p:nvSpPr>
        <p:spPr>
          <a:xfrm xmlns:a="http://schemas.openxmlformats.org/drawingml/2006/main">
            <a:off x="1019175" y="6267450"/>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80979C"/>
                </a:solidFill>
                <a:latin typeface="Arial"/>
                <a:ea typeface="Arial"/>
                <a:cs typeface="Arial"/>
              </a:defRPr>
            </a:pPr>
            <a:r>
              <a:rPr sz="1350" b="0">
                <a:solidFill>
                  <a:srgbClr val="80979C"/>
                </a:solidFill>
                <a:latin typeface="Arial"/>
                <a:ea typeface="Arial"/>
                <a:cs typeface="Arial"/>
              </a:rPr>
              <a:t>04</a:t>
            </a:r>
          </a:p>
        </p:txBody>
      </p:sp>
      <p:sp>
        <p:nvSpPr>
          <p:cNvPr id="36" name="">
            <a:extLst xmlns:a="http://schemas.openxmlformats.org/drawingml/2006/main">
              <a:ext uri="{FF2B5EF4-FFF2-40B4-BE49-F238E27FC236}">
                <a16:creationId xmlns:a16="http://schemas.microsoft.com/office/drawing/2014/main" id="{AA80B2E1-0D5F-4085-8F1C-5FD2350EAC0F}"/>
              </a:ext>
            </a:extLst>
          </p:cNvPr>
          <p:cNvSpPr>
            <a:spLocks xmlns:a="http://schemas.openxmlformats.org/drawingml/2006/main" noGrp="1"/>
          </p:cNvSpPr>
          <p:nvPr/>
        </p:nvSpPr>
        <p:spPr>
          <a:xfrm xmlns:a="http://schemas.openxmlformats.org/drawingml/2006/main">
            <a:off x="11096625" y="6238875"/>
            <a:ext cx="333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b="1">
                <a:solidFill>
                  <a:srgbClr val="10756B"/>
                </a:solidFill>
                <a:latin typeface="Arial"/>
                <a:ea typeface="Arial"/>
                <a:cs typeface="Arial"/>
              </a:defRPr>
            </a:pPr>
            <a:r>
              <a:rPr sz="1800" b="1">
                <a:solidFill>
                  <a:srgbClr val="10756B"/>
                </a:solidFill>
                <a:latin typeface="Arial"/>
                <a:ea typeface="Arial"/>
                <a:cs typeface="Arial"/>
              </a:rPr>
              <a:t>سَنَد</a:t>
            </a:r>
          </a:p>
        </p:txBody>
      </p:sp>
    </p:spTree>
    <p:extLst>
      <p:ext uri="{BB962C8B-B14F-4D97-AF65-F5344CB8AC3E}">
        <p14:creationId xmlns:p14="http://schemas.microsoft.com/office/powerpoint/2010/main" val="609041993"/>
      </p:ext>
    </p:extLst>
  </p:cSld>
</p:sld>
</file>

<file path=ppt/slides/slide5.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pic>
        <p:nvPicPr>
          <p:cNvPr id="50" name=""/>
          <p:cNvPicPr>
            <a:picLocks xmlns:a="http://schemas.openxmlformats.org/drawingml/2006/main" noChangeAspect="1"/>
          </p:cNvPicPr>
          <p:nvPr/>
        </p:nvPicPr>
        <p:blipFill>
          <a:blip xmlns:r="http://schemas.openxmlformats.org/officeDocument/2006/relationships" xmlns:a="http://schemas.openxmlformats.org/drawingml/2006/main" r:embed="Re5d79987091e460a"/>
          <a:stretch xmlns:a="http://schemas.openxmlformats.org/drawingml/2006/main"/>
        </p:blipFill>
        <p:spPr>
          <a:xfrm xmlns:a="http://schemas.openxmlformats.org/drawingml/2006/main">
            <a:off x="947236" y="2524125"/>
            <a:ext cx="5639803" cy="3571875"/>
          </a:xfrm>
          <a:prstGeom xmlns:a="http://schemas.openxmlformats.org/drawingml/2006/main" prst="rect">
            <a:avLst/>
          </a:prstGeom>
        </p:spPr>
      </p:pic>
      <p:sp>
        <p:nvSpPr>
          <p:cNvPr id="27" name="">
            <a:extLst xmlns:a="http://schemas.openxmlformats.org/drawingml/2006/main">
              <a:ext uri="{FF2B5EF4-FFF2-40B4-BE49-F238E27FC236}">
                <a16:creationId xmlns:a16="http://schemas.microsoft.com/office/drawing/2014/main" id="{F86C4241-DDDB-4A98-9AD8-14AD3D86CE5E}"/>
              </a:ext>
            </a:extLst>
          </p:cNvPr>
          <p:cNvSpPr>
            <a:spLocks xmlns:a="http://schemas.openxmlformats.org/drawingml/2006/main" noGrp="1"/>
          </p:cNvSpPr>
          <p:nvPr/>
        </p:nvSpPr>
        <p:spPr>
          <a:xfrm xmlns:a="http://schemas.openxmlformats.org/drawingml/2006/main">
            <a:off x="11010900" y="590550"/>
            <a:ext cx="41910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العينة</a:t>
            </a:r>
          </a:p>
        </p:txBody>
      </p:sp>
      <p:sp>
        <p:nvSpPr>
          <p:cNvPr id="28" name="">
            <a:extLst xmlns:a="http://schemas.openxmlformats.org/drawingml/2006/main">
              <a:ext uri="{FF2B5EF4-FFF2-40B4-BE49-F238E27FC236}">
                <a16:creationId xmlns:a16="http://schemas.microsoft.com/office/drawing/2014/main" id="{AECDDE4F-C2AF-4715-B652-F0AF872735CF}"/>
              </a:ext>
            </a:extLst>
          </p:cNvPr>
          <p:cNvSpPr>
            <a:spLocks xmlns:a="http://schemas.openxmlformats.org/drawingml/2006/main" noGrp="1"/>
          </p:cNvSpPr>
          <p:nvPr/>
        </p:nvSpPr>
        <p:spPr>
          <a:xfrm xmlns:a="http://schemas.openxmlformats.org/drawingml/2006/main">
            <a:off x="10194131" y="590550"/>
            <a:ext cx="76200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اصطناعية</a:t>
            </a:r>
          </a:p>
        </p:txBody>
      </p:sp>
      <p:sp>
        <p:nvSpPr>
          <p:cNvPr id="29" name="">
            <a:extLst xmlns:a="http://schemas.openxmlformats.org/drawingml/2006/main">
              <a:ext uri="{FF2B5EF4-FFF2-40B4-BE49-F238E27FC236}">
                <a16:creationId xmlns:a16="http://schemas.microsoft.com/office/drawing/2014/main" id="{AC8C5864-2712-455B-B569-CAF958384AEB}"/>
              </a:ext>
            </a:extLst>
          </p:cNvPr>
          <p:cNvSpPr>
            <a:spLocks xmlns:a="http://schemas.openxmlformats.org/drawingml/2006/main" noGrp="1"/>
          </p:cNvSpPr>
          <p:nvPr/>
        </p:nvSpPr>
        <p:spPr>
          <a:xfrm xmlns:a="http://schemas.openxmlformats.org/drawingml/2006/main">
            <a:off x="10277475" y="1200150"/>
            <a:ext cx="115252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مراجعة</a:t>
            </a:r>
          </a:p>
        </p:txBody>
      </p:sp>
      <p:sp>
        <p:nvSpPr>
          <p:cNvPr id="30" name="">
            <a:extLst xmlns:a="http://schemas.openxmlformats.org/drawingml/2006/main">
              <a:ext uri="{FF2B5EF4-FFF2-40B4-BE49-F238E27FC236}">
                <a16:creationId xmlns:a16="http://schemas.microsoft.com/office/drawing/2014/main" id="{0240F5E2-3C72-4CA8-9B42-2F378AF3A684}"/>
              </a:ext>
            </a:extLst>
          </p:cNvPr>
          <p:cNvSpPr>
            <a:spLocks xmlns:a="http://schemas.openxmlformats.org/drawingml/2006/main" noGrp="1"/>
          </p:cNvSpPr>
          <p:nvPr/>
        </p:nvSpPr>
        <p:spPr>
          <a:xfrm xmlns:a="http://schemas.openxmlformats.org/drawingml/2006/main">
            <a:off x="9084469" y="1200150"/>
            <a:ext cx="107632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الحقول</a:t>
            </a:r>
          </a:p>
        </p:txBody>
      </p:sp>
      <p:sp>
        <p:nvSpPr>
          <p:cNvPr id="31" name="">
            <a:extLst xmlns:a="http://schemas.openxmlformats.org/drawingml/2006/main">
              <a:ext uri="{FF2B5EF4-FFF2-40B4-BE49-F238E27FC236}">
                <a16:creationId xmlns:a16="http://schemas.microsoft.com/office/drawing/2014/main" id="{C27AFE85-C244-492F-9632-172D02AECECD}"/>
              </a:ext>
            </a:extLst>
          </p:cNvPr>
          <p:cNvSpPr>
            <a:spLocks xmlns:a="http://schemas.openxmlformats.org/drawingml/2006/main" noGrp="1"/>
          </p:cNvSpPr>
          <p:nvPr/>
        </p:nvSpPr>
        <p:spPr>
          <a:xfrm xmlns:a="http://schemas.openxmlformats.org/drawingml/2006/main">
            <a:off x="8005763" y="1200150"/>
            <a:ext cx="96202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بجانب</a:t>
            </a:r>
          </a:p>
        </p:txBody>
      </p:sp>
      <p:sp>
        <p:nvSpPr>
          <p:cNvPr id="32" name="">
            <a:extLst xmlns:a="http://schemas.openxmlformats.org/drawingml/2006/main">
              <a:ext uri="{FF2B5EF4-FFF2-40B4-BE49-F238E27FC236}">
                <a16:creationId xmlns:a16="http://schemas.microsoft.com/office/drawing/2014/main" id="{9DB00C93-5508-44A1-B864-42A17E6A95BD}"/>
              </a:ext>
            </a:extLst>
          </p:cNvPr>
          <p:cNvSpPr>
            <a:spLocks xmlns:a="http://schemas.openxmlformats.org/drawingml/2006/main" noGrp="1"/>
          </p:cNvSpPr>
          <p:nvPr/>
        </p:nvSpPr>
        <p:spPr>
          <a:xfrm xmlns:a="http://schemas.openxmlformats.org/drawingml/2006/main">
            <a:off x="6736556" y="1200150"/>
            <a:ext cx="115252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المستند</a:t>
            </a:r>
          </a:p>
        </p:txBody>
      </p:sp>
      <p:sp>
        <p:nvSpPr>
          <p:cNvPr id="33" name="">
            <a:extLst xmlns:a="http://schemas.openxmlformats.org/drawingml/2006/main">
              <a:ext uri="{FF2B5EF4-FFF2-40B4-BE49-F238E27FC236}">
                <a16:creationId xmlns:a16="http://schemas.microsoft.com/office/drawing/2014/main" id="{E8AAC60F-EC72-41B7-B8BB-5BFD4481C02B}"/>
              </a:ext>
            </a:extLst>
          </p:cNvPr>
          <p:cNvSpPr>
            <a:spLocks xmlns:a="http://schemas.openxmlformats.org/drawingml/2006/main" noGrp="1"/>
          </p:cNvSpPr>
          <p:nvPr/>
        </p:nvSpPr>
        <p:spPr>
          <a:xfrm xmlns:a="http://schemas.openxmlformats.org/drawingml/2006/main">
            <a:off x="10963275" y="2533650"/>
            <a:ext cx="495300"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175" b="0">
                <a:solidFill>
                  <a:srgbClr val="243F4A"/>
                </a:solidFill>
                <a:latin typeface="Arial"/>
                <a:ea typeface="Arial"/>
                <a:cs typeface="Arial"/>
              </a:defRPr>
            </a:pPr>
            <a:r>
              <a:rPr sz="2175" b="0">
                <a:solidFill>
                  <a:srgbClr val="243F4A"/>
                </a:solidFill>
                <a:latin typeface="Arial"/>
                <a:ea typeface="Arial"/>
                <a:cs typeface="Arial"/>
              </a:rPr>
              <a:t>الاسم</a:t>
            </a:r>
          </a:p>
        </p:txBody>
      </p:sp>
      <p:sp>
        <p:nvSpPr>
          <p:cNvPr id="34" name="">
            <a:extLst xmlns:a="http://schemas.openxmlformats.org/drawingml/2006/main">
              <a:ext uri="{FF2B5EF4-FFF2-40B4-BE49-F238E27FC236}">
                <a16:creationId xmlns:a16="http://schemas.microsoft.com/office/drawing/2014/main" id="{A11EFC1A-DF09-4654-8D97-D402742DC5B4}"/>
              </a:ext>
            </a:extLst>
          </p:cNvPr>
          <p:cNvSpPr>
            <a:spLocks xmlns:a="http://schemas.openxmlformats.org/drawingml/2006/main" noGrp="1"/>
          </p:cNvSpPr>
          <p:nvPr/>
        </p:nvSpPr>
        <p:spPr>
          <a:xfrm xmlns:a="http://schemas.openxmlformats.org/drawingml/2006/main">
            <a:off x="10417969" y="2533650"/>
            <a:ext cx="476250"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175" b="0">
                <a:solidFill>
                  <a:srgbClr val="243F4A"/>
                </a:solidFill>
                <a:latin typeface="Arial"/>
                <a:ea typeface="Arial"/>
                <a:cs typeface="Arial"/>
              </a:defRPr>
            </a:pPr>
            <a:r>
              <a:rPr sz="2175" b="0">
                <a:solidFill>
                  <a:srgbClr val="243F4A"/>
                </a:solidFill>
                <a:latin typeface="Arial"/>
                <a:ea typeface="Arial"/>
                <a:cs typeface="Arial"/>
              </a:rPr>
              <a:t>ورقم</a:t>
            </a:r>
          </a:p>
        </p:txBody>
      </p:sp>
      <p:sp>
        <p:nvSpPr>
          <p:cNvPr id="35" name="">
            <a:extLst xmlns:a="http://schemas.openxmlformats.org/drawingml/2006/main">
              <a:ext uri="{FF2B5EF4-FFF2-40B4-BE49-F238E27FC236}">
                <a16:creationId xmlns:a16="http://schemas.microsoft.com/office/drawing/2014/main" id="{8BB1EC94-79B3-421E-8030-421972F44945}"/>
              </a:ext>
            </a:extLst>
          </p:cNvPr>
          <p:cNvSpPr>
            <a:spLocks xmlns:a="http://schemas.openxmlformats.org/drawingml/2006/main" noGrp="1"/>
          </p:cNvSpPr>
          <p:nvPr/>
        </p:nvSpPr>
        <p:spPr>
          <a:xfrm xmlns:a="http://schemas.openxmlformats.org/drawingml/2006/main">
            <a:off x="9748838" y="2533650"/>
            <a:ext cx="600075"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175" b="0">
                <a:solidFill>
                  <a:srgbClr val="243F4A"/>
                </a:solidFill>
                <a:latin typeface="Arial"/>
                <a:ea typeface="Arial"/>
                <a:cs typeface="Arial"/>
              </a:defRPr>
            </a:pPr>
            <a:r>
              <a:rPr sz="2175" b="0">
                <a:solidFill>
                  <a:srgbClr val="243F4A"/>
                </a:solidFill>
                <a:latin typeface="Arial"/>
                <a:ea typeface="Arial"/>
                <a:cs typeface="Arial"/>
              </a:rPr>
              <a:t>الوثيقة</a:t>
            </a:r>
          </a:p>
        </p:txBody>
      </p:sp>
      <p:sp>
        <p:nvSpPr>
          <p:cNvPr id="36" name="">
            <a:extLst xmlns:a="http://schemas.openxmlformats.org/drawingml/2006/main">
              <a:ext uri="{FF2B5EF4-FFF2-40B4-BE49-F238E27FC236}">
                <a16:creationId xmlns:a16="http://schemas.microsoft.com/office/drawing/2014/main" id="{097C8839-131C-47E9-BEB0-01DFD0F1D2BE}"/>
              </a:ext>
            </a:extLst>
          </p:cNvPr>
          <p:cNvSpPr>
            <a:spLocks xmlns:a="http://schemas.openxmlformats.org/drawingml/2006/main" noGrp="1"/>
          </p:cNvSpPr>
          <p:nvPr/>
        </p:nvSpPr>
        <p:spPr>
          <a:xfrm xmlns:a="http://schemas.openxmlformats.org/drawingml/2006/main">
            <a:off x="10639425" y="2947988"/>
            <a:ext cx="819150"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175" b="0">
                <a:solidFill>
                  <a:srgbClr val="243F4A"/>
                </a:solidFill>
                <a:latin typeface="Arial"/>
                <a:ea typeface="Arial"/>
                <a:cs typeface="Arial"/>
              </a:defRPr>
            </a:pPr>
            <a:r>
              <a:rPr sz="2175" b="0">
                <a:solidFill>
                  <a:srgbClr val="243F4A"/>
                </a:solidFill>
                <a:latin typeface="Arial"/>
                <a:ea typeface="Arial"/>
                <a:cs typeface="Arial"/>
              </a:rPr>
              <a:t>والجنسية</a:t>
            </a:r>
          </a:p>
        </p:txBody>
      </p:sp>
      <p:sp>
        <p:nvSpPr>
          <p:cNvPr id="37" name="">
            <a:extLst xmlns:a="http://schemas.openxmlformats.org/drawingml/2006/main">
              <a:ext uri="{FF2B5EF4-FFF2-40B4-BE49-F238E27FC236}">
                <a16:creationId xmlns:a16="http://schemas.microsoft.com/office/drawing/2014/main" id="{3EFA49B4-9EA9-4162-8FF4-DA745A2772D5}"/>
              </a:ext>
            </a:extLst>
          </p:cNvPr>
          <p:cNvSpPr>
            <a:spLocks xmlns:a="http://schemas.openxmlformats.org/drawingml/2006/main" noGrp="1"/>
          </p:cNvSpPr>
          <p:nvPr/>
        </p:nvSpPr>
        <p:spPr>
          <a:xfrm xmlns:a="http://schemas.openxmlformats.org/drawingml/2006/main">
            <a:off x="9827419" y="2947988"/>
            <a:ext cx="742950"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175" b="0">
                <a:solidFill>
                  <a:srgbClr val="243F4A"/>
                </a:solidFill>
                <a:latin typeface="Arial"/>
                <a:ea typeface="Arial"/>
                <a:cs typeface="Arial"/>
              </a:defRPr>
            </a:pPr>
            <a:r>
              <a:rPr sz="2175" b="0">
                <a:solidFill>
                  <a:srgbClr val="243F4A"/>
                </a:solidFill>
                <a:latin typeface="Arial"/>
                <a:ea typeface="Arial"/>
                <a:cs typeface="Arial"/>
              </a:rPr>
              <a:t>المكتوبة</a:t>
            </a:r>
          </a:p>
        </p:txBody>
      </p:sp>
      <p:sp>
        <p:nvSpPr>
          <p:cNvPr id="38" name="">
            <a:extLst xmlns:a="http://schemas.openxmlformats.org/drawingml/2006/main">
              <a:ext uri="{FF2B5EF4-FFF2-40B4-BE49-F238E27FC236}">
                <a16:creationId xmlns:a16="http://schemas.microsoft.com/office/drawing/2014/main" id="{AEA8E0AD-EAA1-4667-807A-158FD505716E}"/>
              </a:ext>
            </a:extLst>
          </p:cNvPr>
          <p:cNvSpPr>
            <a:spLocks xmlns:a="http://schemas.openxmlformats.org/drawingml/2006/main" noGrp="1"/>
          </p:cNvSpPr>
          <p:nvPr/>
        </p:nvSpPr>
        <p:spPr>
          <a:xfrm xmlns:a="http://schemas.openxmlformats.org/drawingml/2006/main">
            <a:off x="8882063" y="2947988"/>
            <a:ext cx="876300"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175" b="0">
                <a:solidFill>
                  <a:srgbClr val="243F4A"/>
                </a:solidFill>
                <a:latin typeface="Arial"/>
                <a:ea typeface="Arial"/>
                <a:cs typeface="Arial"/>
              </a:defRPr>
            </a:pPr>
            <a:r>
              <a:rPr sz="2175" b="0">
                <a:solidFill>
                  <a:srgbClr val="243F4A"/>
                </a:solidFill>
                <a:latin typeface="Arial"/>
                <a:ea typeface="Arial"/>
                <a:cs typeface="Arial"/>
              </a:rPr>
              <a:t>والتواريخ</a:t>
            </a:r>
          </a:p>
        </p:txBody>
      </p:sp>
      <p:sp>
        <p:nvSpPr>
          <p:cNvPr id="39" name="">
            <a:extLst xmlns:a="http://schemas.openxmlformats.org/drawingml/2006/main">
              <a:ext uri="{FF2B5EF4-FFF2-40B4-BE49-F238E27FC236}">
                <a16:creationId xmlns:a16="http://schemas.microsoft.com/office/drawing/2014/main" id="{FA93324A-5B73-4AEC-B157-019B6CEAF8B4}"/>
              </a:ext>
            </a:extLst>
          </p:cNvPr>
          <p:cNvSpPr>
            <a:spLocks xmlns:a="http://schemas.openxmlformats.org/drawingml/2006/main" noGrp="1"/>
          </p:cNvSpPr>
          <p:nvPr/>
        </p:nvSpPr>
        <p:spPr>
          <a:xfrm xmlns:a="http://schemas.openxmlformats.org/drawingml/2006/main">
            <a:off x="10944225" y="3505962"/>
            <a:ext cx="514350"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175" b="0">
                <a:solidFill>
                  <a:srgbClr val="243F4A"/>
                </a:solidFill>
                <a:latin typeface="Arial"/>
                <a:ea typeface="Arial"/>
                <a:cs typeface="Arial"/>
              </a:defRPr>
            </a:pPr>
            <a:r>
              <a:rPr sz="2175" b="0">
                <a:solidFill>
                  <a:srgbClr val="243F4A"/>
                </a:solidFill>
                <a:latin typeface="Arial"/>
                <a:ea typeface="Arial"/>
                <a:cs typeface="Arial"/>
              </a:rPr>
              <a:t>قراءة</a:t>
            </a:r>
          </a:p>
        </p:txBody>
      </p:sp>
      <p:sp>
        <p:nvSpPr>
          <p:cNvPr id="40" name="">
            <a:extLst xmlns:a="http://schemas.openxmlformats.org/drawingml/2006/main">
              <a:ext uri="{FF2B5EF4-FFF2-40B4-BE49-F238E27FC236}">
                <a16:creationId xmlns:a16="http://schemas.microsoft.com/office/drawing/2014/main" id="{5CA5EB96-FC3B-4472-9874-BC07761C8CD3}"/>
              </a:ext>
            </a:extLst>
          </p:cNvPr>
          <p:cNvSpPr>
            <a:spLocks xmlns:a="http://schemas.openxmlformats.org/drawingml/2006/main" noGrp="1"/>
          </p:cNvSpPr>
          <p:nvPr/>
        </p:nvSpPr>
        <p:spPr>
          <a:xfrm xmlns:a="http://schemas.openxmlformats.org/drawingml/2006/main">
            <a:off x="10541794" y="3505962"/>
            <a:ext cx="333375"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175" b="0">
                <a:solidFill>
                  <a:srgbClr val="243F4A"/>
                </a:solidFill>
                <a:latin typeface="Arial"/>
                <a:ea typeface="Arial"/>
                <a:cs typeface="Arial"/>
              </a:defRPr>
            </a:pPr>
            <a:r>
              <a:rPr sz="2175" b="0">
                <a:solidFill>
                  <a:srgbClr val="243F4A"/>
                </a:solidFill>
                <a:latin typeface="Arial"/>
                <a:ea typeface="Arial"/>
                <a:cs typeface="Arial"/>
              </a:rPr>
              <a:t>آلية</a:t>
            </a:r>
          </a:p>
        </p:txBody>
      </p:sp>
      <p:sp>
        <p:nvSpPr>
          <p:cNvPr id="41" name="">
            <a:extLst xmlns:a="http://schemas.openxmlformats.org/drawingml/2006/main">
              <a:ext uri="{FF2B5EF4-FFF2-40B4-BE49-F238E27FC236}">
                <a16:creationId xmlns:a16="http://schemas.microsoft.com/office/drawing/2014/main" id="{E7BD23FA-08BE-4F95-87B8-3C2E6ABA3E40}"/>
              </a:ext>
            </a:extLst>
          </p:cNvPr>
          <p:cNvSpPr>
            <a:spLocks xmlns:a="http://schemas.openxmlformats.org/drawingml/2006/main" noGrp="1"/>
          </p:cNvSpPr>
          <p:nvPr/>
        </p:nvSpPr>
        <p:spPr>
          <a:xfrm xmlns:a="http://schemas.openxmlformats.org/drawingml/2006/main">
            <a:off x="10263188" y="3505962"/>
            <a:ext cx="209550"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175" b="0">
                <a:solidFill>
                  <a:srgbClr val="243F4A"/>
                </a:solidFill>
                <a:latin typeface="Arial"/>
                <a:ea typeface="Arial"/>
                <a:cs typeface="Arial"/>
              </a:defRPr>
            </a:pPr>
            <a:r>
              <a:rPr sz="2175" b="0">
                <a:solidFill>
                  <a:srgbClr val="243F4A"/>
                </a:solidFill>
                <a:latin typeface="Arial"/>
                <a:ea typeface="Arial"/>
                <a:cs typeface="Arial"/>
              </a:rPr>
              <a:t>ثم</a:t>
            </a:r>
          </a:p>
        </p:txBody>
      </p:sp>
      <p:sp>
        <p:nvSpPr>
          <p:cNvPr id="42" name="">
            <a:extLst xmlns:a="http://schemas.openxmlformats.org/drawingml/2006/main">
              <a:ext uri="{FF2B5EF4-FFF2-40B4-BE49-F238E27FC236}">
                <a16:creationId xmlns:a16="http://schemas.microsoft.com/office/drawing/2014/main" id="{EBEA0281-7DC3-475D-8E14-97FEB036D1BD}"/>
              </a:ext>
            </a:extLst>
          </p:cNvPr>
          <p:cNvSpPr>
            <a:spLocks xmlns:a="http://schemas.openxmlformats.org/drawingml/2006/main" noGrp="1"/>
          </p:cNvSpPr>
          <p:nvPr/>
        </p:nvSpPr>
        <p:spPr>
          <a:xfrm xmlns:a="http://schemas.openxmlformats.org/drawingml/2006/main">
            <a:off x="9479756" y="3505962"/>
            <a:ext cx="714375"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175" b="0">
                <a:solidFill>
                  <a:srgbClr val="243F4A"/>
                </a:solidFill>
                <a:latin typeface="Arial"/>
                <a:ea typeface="Arial"/>
                <a:cs typeface="Arial"/>
              </a:defRPr>
            </a:pPr>
            <a:r>
              <a:rPr sz="2175" b="0">
                <a:solidFill>
                  <a:srgbClr val="243F4A"/>
                </a:solidFill>
                <a:latin typeface="Arial"/>
                <a:ea typeface="Arial"/>
                <a:cs typeface="Arial"/>
              </a:rPr>
              <a:t>مراجعة</a:t>
            </a:r>
          </a:p>
        </p:txBody>
      </p:sp>
      <p:sp>
        <p:nvSpPr>
          <p:cNvPr id="43" name="">
            <a:extLst xmlns:a="http://schemas.openxmlformats.org/drawingml/2006/main">
              <a:ext uri="{FF2B5EF4-FFF2-40B4-BE49-F238E27FC236}">
                <a16:creationId xmlns:a16="http://schemas.microsoft.com/office/drawing/2014/main" id="{62658661-3F90-4CBF-83D6-E74528901F44}"/>
              </a:ext>
            </a:extLst>
          </p:cNvPr>
          <p:cNvSpPr>
            <a:spLocks xmlns:a="http://schemas.openxmlformats.org/drawingml/2006/main" noGrp="1"/>
          </p:cNvSpPr>
          <p:nvPr/>
        </p:nvSpPr>
        <p:spPr>
          <a:xfrm xmlns:a="http://schemas.openxmlformats.org/drawingml/2006/main">
            <a:off x="8639175" y="3505962"/>
            <a:ext cx="771525"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175" b="0">
                <a:solidFill>
                  <a:srgbClr val="243F4A"/>
                </a:solidFill>
                <a:latin typeface="Arial"/>
                <a:ea typeface="Arial"/>
                <a:cs typeface="Arial"/>
              </a:defRPr>
            </a:pPr>
            <a:r>
              <a:rPr sz="2175" b="0">
                <a:solidFill>
                  <a:srgbClr val="243F4A"/>
                </a:solidFill>
                <a:latin typeface="Arial"/>
                <a:ea typeface="Arial"/>
                <a:cs typeface="Arial"/>
              </a:rPr>
              <a:t>الموظف</a:t>
            </a:r>
          </a:p>
        </p:txBody>
      </p:sp>
      <p:sp>
        <p:nvSpPr>
          <p:cNvPr id="44" name="">
            <a:extLst xmlns:a="http://schemas.openxmlformats.org/drawingml/2006/main">
              <a:ext uri="{FF2B5EF4-FFF2-40B4-BE49-F238E27FC236}">
                <a16:creationId xmlns:a16="http://schemas.microsoft.com/office/drawing/2014/main" id="{7C87C70C-2AD7-4812-BBEE-429A742B1275}"/>
              </a:ext>
            </a:extLst>
          </p:cNvPr>
          <p:cNvSpPr>
            <a:spLocks xmlns:a="http://schemas.openxmlformats.org/drawingml/2006/main" noGrp="1"/>
          </p:cNvSpPr>
          <p:nvPr/>
        </p:nvSpPr>
        <p:spPr>
          <a:xfrm xmlns:a="http://schemas.openxmlformats.org/drawingml/2006/main">
            <a:off x="10601325" y="4063936"/>
            <a:ext cx="857250"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175" b="0">
                <a:solidFill>
                  <a:srgbClr val="243F4A"/>
                </a:solidFill>
                <a:latin typeface="Arial"/>
                <a:ea typeface="Arial"/>
                <a:cs typeface="Arial"/>
              </a:defRPr>
            </a:pPr>
            <a:r>
              <a:rPr sz="2175" b="0">
                <a:solidFill>
                  <a:srgbClr val="243F4A"/>
                </a:solidFill>
                <a:latin typeface="Arial"/>
                <a:ea typeface="Arial"/>
                <a:cs typeface="Arial"/>
              </a:rPr>
              <a:t>الاختلاف</a:t>
            </a:r>
          </a:p>
        </p:txBody>
      </p:sp>
      <p:sp>
        <p:nvSpPr>
          <p:cNvPr id="45" name="">
            <a:extLst xmlns:a="http://schemas.openxmlformats.org/drawingml/2006/main">
              <a:ext uri="{FF2B5EF4-FFF2-40B4-BE49-F238E27FC236}">
                <a16:creationId xmlns:a16="http://schemas.microsoft.com/office/drawing/2014/main" id="{5D5F92A2-AA68-4A1D-9A0C-3CC550D290ED}"/>
              </a:ext>
            </a:extLst>
          </p:cNvPr>
          <p:cNvSpPr>
            <a:spLocks xmlns:a="http://schemas.openxmlformats.org/drawingml/2006/main" noGrp="1"/>
          </p:cNvSpPr>
          <p:nvPr/>
        </p:nvSpPr>
        <p:spPr>
          <a:xfrm xmlns:a="http://schemas.openxmlformats.org/drawingml/2006/main">
            <a:off x="10113169" y="4063936"/>
            <a:ext cx="419100"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175" b="0">
                <a:solidFill>
                  <a:srgbClr val="243F4A"/>
                </a:solidFill>
                <a:latin typeface="Arial"/>
                <a:ea typeface="Arial"/>
                <a:cs typeface="Arial"/>
              </a:defRPr>
            </a:pPr>
            <a:r>
              <a:rPr sz="2175" b="0">
                <a:solidFill>
                  <a:srgbClr val="243F4A"/>
                </a:solidFill>
                <a:latin typeface="Arial"/>
                <a:ea typeface="Arial"/>
                <a:cs typeface="Arial"/>
              </a:rPr>
              <a:t>يظل</a:t>
            </a:r>
          </a:p>
        </p:txBody>
      </p:sp>
      <p:sp>
        <p:nvSpPr>
          <p:cNvPr id="46" name="">
            <a:extLst xmlns:a="http://schemas.openxmlformats.org/drawingml/2006/main">
              <a:ext uri="{FF2B5EF4-FFF2-40B4-BE49-F238E27FC236}">
                <a16:creationId xmlns:a16="http://schemas.microsoft.com/office/drawing/2014/main" id="{AD45FCC9-18BE-445B-BD8C-BE6DAC5CF0AA}"/>
              </a:ext>
            </a:extLst>
          </p:cNvPr>
          <p:cNvSpPr>
            <a:spLocks xmlns:a="http://schemas.openxmlformats.org/drawingml/2006/main" noGrp="1"/>
          </p:cNvSpPr>
          <p:nvPr/>
        </p:nvSpPr>
        <p:spPr>
          <a:xfrm xmlns:a="http://schemas.openxmlformats.org/drawingml/2006/main">
            <a:off x="9453563" y="4063936"/>
            <a:ext cx="590550"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175" b="0">
                <a:solidFill>
                  <a:srgbClr val="243F4A"/>
                </a:solidFill>
                <a:latin typeface="Arial"/>
                <a:ea typeface="Arial"/>
                <a:cs typeface="Arial"/>
              </a:defRPr>
            </a:pPr>
            <a:r>
              <a:rPr sz="2175" b="0">
                <a:solidFill>
                  <a:srgbClr val="243F4A"/>
                </a:solidFill>
                <a:latin typeface="Arial"/>
                <a:ea typeface="Arial"/>
                <a:cs typeface="Arial"/>
              </a:rPr>
              <a:t>ظاهرًا</a:t>
            </a:r>
          </a:p>
        </p:txBody>
      </p:sp>
      <p:sp>
        <p:nvSpPr>
          <p:cNvPr id="47" name="">
            <a:extLst xmlns:a="http://schemas.openxmlformats.org/drawingml/2006/main">
              <a:ext uri="{FF2B5EF4-FFF2-40B4-BE49-F238E27FC236}">
                <a16:creationId xmlns:a16="http://schemas.microsoft.com/office/drawing/2014/main" id="{0CBDE4C7-94D2-4746-BA08-6C243B88431A}"/>
              </a:ext>
            </a:extLst>
          </p:cNvPr>
          <p:cNvSpPr>
            <a:spLocks xmlns:a="http://schemas.openxmlformats.org/drawingml/2006/main" noGrp="1"/>
          </p:cNvSpPr>
          <p:nvPr/>
        </p:nvSpPr>
        <p:spPr>
          <a:xfrm xmlns:a="http://schemas.openxmlformats.org/drawingml/2006/main">
            <a:off x="8555831" y="4063936"/>
            <a:ext cx="828675"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175" b="0">
                <a:solidFill>
                  <a:srgbClr val="243F4A"/>
                </a:solidFill>
                <a:latin typeface="Arial"/>
                <a:ea typeface="Arial"/>
                <a:cs typeface="Arial"/>
              </a:defRPr>
            </a:pPr>
            <a:r>
              <a:rPr sz="2175" b="0">
                <a:solidFill>
                  <a:srgbClr val="243F4A"/>
                </a:solidFill>
                <a:latin typeface="Arial"/>
                <a:ea typeface="Arial"/>
                <a:cs typeface="Arial"/>
              </a:rPr>
              <a:t>للمراجعة</a:t>
            </a:r>
          </a:p>
        </p:txBody>
      </p:sp>
      <p:sp>
        <p:nvSpPr>
          <p:cNvPr id="48" name="">
            <a:extLst xmlns:a="http://schemas.openxmlformats.org/drawingml/2006/main">
              <a:ext uri="{FF2B5EF4-FFF2-40B4-BE49-F238E27FC236}">
                <a16:creationId xmlns:a16="http://schemas.microsoft.com/office/drawing/2014/main" id="{5996127E-70C0-4D84-92EA-5CD58F9006D3}"/>
              </a:ext>
            </a:extLst>
          </p:cNvPr>
          <p:cNvSpPr>
            <a:spLocks xmlns:a="http://schemas.openxmlformats.org/drawingml/2006/main" noGrp="1"/>
          </p:cNvSpPr>
          <p:nvPr/>
        </p:nvSpPr>
        <p:spPr>
          <a:xfrm xmlns:a="http://schemas.openxmlformats.org/drawingml/2006/main">
            <a:off x="1019175" y="6267450"/>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80979C"/>
                </a:solidFill>
                <a:latin typeface="Arial"/>
                <a:ea typeface="Arial"/>
                <a:cs typeface="Arial"/>
              </a:defRPr>
            </a:pPr>
            <a:r>
              <a:rPr sz="1350" b="0">
                <a:solidFill>
                  <a:srgbClr val="80979C"/>
                </a:solidFill>
                <a:latin typeface="Arial"/>
                <a:ea typeface="Arial"/>
                <a:cs typeface="Arial"/>
              </a:rPr>
              <a:t>05</a:t>
            </a:r>
          </a:p>
        </p:txBody>
      </p:sp>
      <p:sp>
        <p:nvSpPr>
          <p:cNvPr id="49" name="">
            <a:extLst xmlns:a="http://schemas.openxmlformats.org/drawingml/2006/main">
              <a:ext uri="{FF2B5EF4-FFF2-40B4-BE49-F238E27FC236}">
                <a16:creationId xmlns:a16="http://schemas.microsoft.com/office/drawing/2014/main" id="{19585FB7-9E77-4C4B-BA61-42F4A1AD3CDB}"/>
              </a:ext>
            </a:extLst>
          </p:cNvPr>
          <p:cNvSpPr>
            <a:spLocks xmlns:a="http://schemas.openxmlformats.org/drawingml/2006/main" noGrp="1"/>
          </p:cNvSpPr>
          <p:nvPr/>
        </p:nvSpPr>
        <p:spPr>
          <a:xfrm xmlns:a="http://schemas.openxmlformats.org/drawingml/2006/main">
            <a:off x="11096625" y="6238875"/>
            <a:ext cx="333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b="1">
                <a:solidFill>
                  <a:srgbClr val="10756B"/>
                </a:solidFill>
                <a:latin typeface="Arial"/>
                <a:ea typeface="Arial"/>
                <a:cs typeface="Arial"/>
              </a:defRPr>
            </a:pPr>
            <a:r>
              <a:rPr sz="1800" b="1">
                <a:solidFill>
                  <a:srgbClr val="10756B"/>
                </a:solidFill>
                <a:latin typeface="Arial"/>
                <a:ea typeface="Arial"/>
                <a:cs typeface="Arial"/>
              </a:rPr>
              <a:t>سَنَد</a:t>
            </a:r>
          </a:p>
        </p:txBody>
      </p:sp>
    </p:spTree>
    <p:extLst>
      <p:ext uri="{BB962C8B-B14F-4D97-AF65-F5344CB8AC3E}">
        <p14:creationId xmlns:p14="http://schemas.microsoft.com/office/powerpoint/2010/main" val="1853276883"/>
      </p:ext>
    </p:extLst>
  </p:cSld>
</p:sld>
</file>

<file path=ppt/slides/slide6.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51BB5239-B050-4E29-A05F-6828A0F6E864}"/>
              </a:ext>
            </a:extLst>
          </p:cNvPr>
          <p:cNvSpPr>
            <a:spLocks xmlns:a="http://schemas.openxmlformats.org/drawingml/2006/main" noGrp="1"/>
          </p:cNvSpPr>
          <p:nvPr/>
        </p:nvSpPr>
        <p:spPr>
          <a:xfrm xmlns:a="http://schemas.openxmlformats.org/drawingml/2006/main">
            <a:off x="11106150" y="590550"/>
            <a:ext cx="32385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دور</a:t>
            </a:r>
          </a:p>
        </p:txBody>
      </p:sp>
      <p:sp>
        <p:nvSpPr>
          <p:cNvPr id="2" name="">
            <a:extLst xmlns:a="http://schemas.openxmlformats.org/drawingml/2006/main">
              <a:ext uri="{FF2B5EF4-FFF2-40B4-BE49-F238E27FC236}">
                <a16:creationId xmlns:a16="http://schemas.microsoft.com/office/drawing/2014/main" id="{681DA4EF-DF1D-4BDE-8833-81757C14311C}"/>
              </a:ext>
            </a:extLst>
          </p:cNvPr>
          <p:cNvSpPr>
            <a:spLocks xmlns:a="http://schemas.openxmlformats.org/drawingml/2006/main" noGrp="1"/>
          </p:cNvSpPr>
          <p:nvPr/>
        </p:nvSpPr>
        <p:spPr>
          <a:xfrm xmlns:a="http://schemas.openxmlformats.org/drawingml/2006/main">
            <a:off x="10603706" y="590550"/>
            <a:ext cx="44767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الذكاء</a:t>
            </a:r>
          </a:p>
        </p:txBody>
      </p:sp>
      <p:sp>
        <p:nvSpPr>
          <p:cNvPr id="3" name="">
            <a:extLst xmlns:a="http://schemas.openxmlformats.org/drawingml/2006/main">
              <a:ext uri="{FF2B5EF4-FFF2-40B4-BE49-F238E27FC236}">
                <a16:creationId xmlns:a16="http://schemas.microsoft.com/office/drawing/2014/main" id="{63106C80-0C9B-4F34-8542-F97D42AE4C9E}"/>
              </a:ext>
            </a:extLst>
          </p:cNvPr>
          <p:cNvSpPr>
            <a:spLocks xmlns:a="http://schemas.openxmlformats.org/drawingml/2006/main" noGrp="1"/>
          </p:cNvSpPr>
          <p:nvPr/>
        </p:nvSpPr>
        <p:spPr>
          <a:xfrm xmlns:a="http://schemas.openxmlformats.org/drawingml/2006/main">
            <a:off x="9672638" y="590550"/>
            <a:ext cx="87630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الاصطناعي</a:t>
            </a:r>
          </a:p>
        </p:txBody>
      </p:sp>
      <p:sp>
        <p:nvSpPr>
          <p:cNvPr id="4" name="">
            <a:extLst xmlns:a="http://schemas.openxmlformats.org/drawingml/2006/main">
              <a:ext uri="{FF2B5EF4-FFF2-40B4-BE49-F238E27FC236}">
                <a16:creationId xmlns:a16="http://schemas.microsoft.com/office/drawing/2014/main" id="{003DE45F-24FE-4314-9276-097DB4D1AC31}"/>
              </a:ext>
            </a:extLst>
          </p:cNvPr>
          <p:cNvSpPr>
            <a:spLocks xmlns:a="http://schemas.openxmlformats.org/drawingml/2006/main" noGrp="1"/>
          </p:cNvSpPr>
          <p:nvPr/>
        </p:nvSpPr>
        <p:spPr>
          <a:xfrm xmlns:a="http://schemas.openxmlformats.org/drawingml/2006/main">
            <a:off x="10382250" y="1200150"/>
            <a:ext cx="1047750"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مساعد</a:t>
            </a:r>
          </a:p>
        </p:txBody>
      </p:sp>
      <p:sp>
        <p:nvSpPr>
          <p:cNvPr id="5" name="">
            <a:extLst xmlns:a="http://schemas.openxmlformats.org/drawingml/2006/main">
              <a:ext uri="{FF2B5EF4-FFF2-40B4-BE49-F238E27FC236}">
                <a16:creationId xmlns:a16="http://schemas.microsoft.com/office/drawing/2014/main" id="{9BDF82EB-0606-4F03-9EDA-243687468E78}"/>
              </a:ext>
            </a:extLst>
          </p:cNvPr>
          <p:cNvSpPr>
            <a:spLocks xmlns:a="http://schemas.openxmlformats.org/drawingml/2006/main" noGrp="1"/>
          </p:cNvSpPr>
          <p:nvPr/>
        </p:nvSpPr>
        <p:spPr>
          <a:xfrm xmlns:a="http://schemas.openxmlformats.org/drawingml/2006/main">
            <a:off x="9084469" y="1200150"/>
            <a:ext cx="1181100"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بإجابات</a:t>
            </a:r>
          </a:p>
        </p:txBody>
      </p:sp>
      <p:sp>
        <p:nvSpPr>
          <p:cNvPr id="6" name="">
            <a:extLst xmlns:a="http://schemas.openxmlformats.org/drawingml/2006/main">
              <a:ext uri="{FF2B5EF4-FFF2-40B4-BE49-F238E27FC236}">
                <a16:creationId xmlns:a16="http://schemas.microsoft.com/office/drawing/2014/main" id="{46F59507-2DB7-446D-AFC9-268066D14FF2}"/>
              </a:ext>
            </a:extLst>
          </p:cNvPr>
          <p:cNvSpPr>
            <a:spLocks xmlns:a="http://schemas.openxmlformats.org/drawingml/2006/main" noGrp="1"/>
          </p:cNvSpPr>
          <p:nvPr/>
        </p:nvSpPr>
        <p:spPr>
          <a:xfrm xmlns:a="http://schemas.openxmlformats.org/drawingml/2006/main">
            <a:off x="8482013" y="1200150"/>
            <a:ext cx="48577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لها</a:t>
            </a:r>
          </a:p>
        </p:txBody>
      </p:sp>
      <p:sp>
        <p:nvSpPr>
          <p:cNvPr id="7" name="">
            <a:extLst xmlns:a="http://schemas.openxmlformats.org/drawingml/2006/main">
              <a:ext uri="{FF2B5EF4-FFF2-40B4-BE49-F238E27FC236}">
                <a16:creationId xmlns:a16="http://schemas.microsoft.com/office/drawing/2014/main" id="{1C02D65A-96DF-43DD-A092-CD5934D335A0}"/>
              </a:ext>
            </a:extLst>
          </p:cNvPr>
          <p:cNvSpPr>
            <a:spLocks xmlns:a="http://schemas.openxmlformats.org/drawingml/2006/main" noGrp="1"/>
          </p:cNvSpPr>
          <p:nvPr/>
        </p:nvSpPr>
        <p:spPr>
          <a:xfrm xmlns:a="http://schemas.openxmlformats.org/drawingml/2006/main">
            <a:off x="7355681" y="1200150"/>
            <a:ext cx="1009650"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مراجع</a:t>
            </a:r>
          </a:p>
        </p:txBody>
      </p:sp>
      <p:sp>
        <p:nvSpPr>
          <p:cNvPr id="8" name="">
            <a:extLst xmlns:a="http://schemas.openxmlformats.org/drawingml/2006/main">
              <a:ext uri="{FF2B5EF4-FFF2-40B4-BE49-F238E27FC236}">
                <a16:creationId xmlns:a16="http://schemas.microsoft.com/office/drawing/2014/main" id="{A0017CE8-6E36-497B-B89A-84B5A748E5DB}"/>
              </a:ext>
            </a:extLst>
          </p:cNvPr>
          <p:cNvSpPr>
            <a:spLocks xmlns:a="http://schemas.openxmlformats.org/drawingml/2006/main" noGrp="1"/>
          </p:cNvSpPr>
          <p:nvPr/>
        </p:nvSpPr>
        <p:spPr>
          <a:xfrm xmlns:a="http://schemas.openxmlformats.org/drawingml/2006/main">
            <a:off x="10677525" y="2466975"/>
            <a:ext cx="5619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قراءة</a:t>
            </a:r>
          </a:p>
        </p:txBody>
      </p:sp>
      <p:sp>
        <p:nvSpPr>
          <p:cNvPr id="9" name="">
            <a:extLst xmlns:a="http://schemas.openxmlformats.org/drawingml/2006/main">
              <a:ext uri="{FF2B5EF4-FFF2-40B4-BE49-F238E27FC236}">
                <a16:creationId xmlns:a16="http://schemas.microsoft.com/office/drawing/2014/main" id="{8FE24D5A-E048-4B8C-A1D2-2062E8C23114}"/>
              </a:ext>
            </a:extLst>
          </p:cNvPr>
          <p:cNvSpPr>
            <a:spLocks xmlns:a="http://schemas.openxmlformats.org/drawingml/2006/main" noGrp="1"/>
          </p:cNvSpPr>
          <p:nvPr/>
        </p:nvSpPr>
        <p:spPr>
          <a:xfrm xmlns:a="http://schemas.openxmlformats.org/drawingml/2006/main">
            <a:off x="9801225" y="2466975"/>
            <a:ext cx="800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للصورة</a:t>
            </a:r>
          </a:p>
        </p:txBody>
      </p:sp>
      <p:sp>
        <p:nvSpPr>
          <p:cNvPr id="10" name="">
            <a:extLst xmlns:a="http://schemas.openxmlformats.org/drawingml/2006/main">
              <a:ext uri="{FF2B5EF4-FFF2-40B4-BE49-F238E27FC236}">
                <a16:creationId xmlns:a16="http://schemas.microsoft.com/office/drawing/2014/main" id="{5C842019-53F5-404F-9335-495E5B71777E}"/>
              </a:ext>
            </a:extLst>
          </p:cNvPr>
          <p:cNvSpPr>
            <a:spLocks xmlns:a="http://schemas.openxmlformats.org/drawingml/2006/main" noGrp="1"/>
          </p:cNvSpPr>
          <p:nvPr/>
        </p:nvSpPr>
        <p:spPr>
          <a:xfrm xmlns:a="http://schemas.openxmlformats.org/drawingml/2006/main">
            <a:off x="9239250" y="2466975"/>
            <a:ext cx="4857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وفهم</a:t>
            </a:r>
          </a:p>
        </p:txBody>
      </p:sp>
      <p:sp>
        <p:nvSpPr>
          <p:cNvPr id="11" name="">
            <a:extLst xmlns:a="http://schemas.openxmlformats.org/drawingml/2006/main">
              <a:ext uri="{FF2B5EF4-FFF2-40B4-BE49-F238E27FC236}">
                <a16:creationId xmlns:a16="http://schemas.microsoft.com/office/drawing/2014/main" id="{CB09F14E-8D98-4A60-9A1A-85465DBE26FC}"/>
              </a:ext>
            </a:extLst>
          </p:cNvPr>
          <p:cNvSpPr>
            <a:spLocks xmlns:a="http://schemas.openxmlformats.org/drawingml/2006/main" noGrp="1"/>
          </p:cNvSpPr>
          <p:nvPr/>
        </p:nvSpPr>
        <p:spPr>
          <a:xfrm xmlns:a="http://schemas.openxmlformats.org/drawingml/2006/main">
            <a:off x="8582025" y="2466975"/>
            <a:ext cx="5810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محلي</a:t>
            </a:r>
          </a:p>
        </p:txBody>
      </p:sp>
      <p:sp>
        <p:nvSpPr>
          <p:cNvPr id="12" name="">
            <a:extLst xmlns:a="http://schemas.openxmlformats.org/drawingml/2006/main">
              <a:ext uri="{FF2B5EF4-FFF2-40B4-BE49-F238E27FC236}">
                <a16:creationId xmlns:a16="http://schemas.microsoft.com/office/drawing/2014/main" id="{5DE28A4E-773F-46A6-BE7C-B7F6386DCCA3}"/>
              </a:ext>
            </a:extLst>
          </p:cNvPr>
          <p:cNvSpPr>
            <a:spLocks xmlns:a="http://schemas.openxmlformats.org/drawingml/2006/main" noGrp="1"/>
          </p:cNvSpPr>
          <p:nvPr/>
        </p:nvSpPr>
        <p:spPr>
          <a:xfrm xmlns:a="http://schemas.openxmlformats.org/drawingml/2006/main">
            <a:off x="7820025" y="2466975"/>
            <a:ext cx="685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للسؤال</a:t>
            </a:r>
          </a:p>
        </p:txBody>
      </p:sp>
      <p:sp>
        <p:nvSpPr>
          <p:cNvPr id="13" name="">
            <a:extLst xmlns:a="http://schemas.openxmlformats.org/drawingml/2006/main">
              <a:ext uri="{FF2B5EF4-FFF2-40B4-BE49-F238E27FC236}">
                <a16:creationId xmlns:a16="http://schemas.microsoft.com/office/drawing/2014/main" id="{F4788937-6579-4720-9AE4-F4CA019B2AB4}"/>
              </a:ext>
            </a:extLst>
          </p:cNvPr>
          <p:cNvSpPr>
            <a:spLocks xmlns:a="http://schemas.openxmlformats.org/drawingml/2006/main" noGrp="1"/>
          </p:cNvSpPr>
          <p:nvPr/>
        </p:nvSpPr>
        <p:spPr>
          <a:xfrm xmlns:a="http://schemas.openxmlformats.org/drawingml/2006/main">
            <a:off x="10506075" y="3082671"/>
            <a:ext cx="7334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صياغة</a:t>
            </a:r>
          </a:p>
        </p:txBody>
      </p:sp>
      <p:sp>
        <p:nvSpPr>
          <p:cNvPr id="14" name="">
            <a:extLst xmlns:a="http://schemas.openxmlformats.org/drawingml/2006/main">
              <a:ext uri="{FF2B5EF4-FFF2-40B4-BE49-F238E27FC236}">
                <a16:creationId xmlns:a16="http://schemas.microsoft.com/office/drawing/2014/main" id="{22C5F2B7-FF74-4B49-9225-B9D962B352DE}"/>
              </a:ext>
            </a:extLst>
          </p:cNvPr>
          <p:cNvSpPr>
            <a:spLocks xmlns:a="http://schemas.openxmlformats.org/drawingml/2006/main" noGrp="1"/>
          </p:cNvSpPr>
          <p:nvPr/>
        </p:nvSpPr>
        <p:spPr>
          <a:xfrm xmlns:a="http://schemas.openxmlformats.org/drawingml/2006/main">
            <a:off x="9772650" y="3082671"/>
            <a:ext cx="6572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مسودة</a:t>
            </a:r>
          </a:p>
        </p:txBody>
      </p:sp>
      <p:sp>
        <p:nvSpPr>
          <p:cNvPr id="15" name="">
            <a:extLst xmlns:a="http://schemas.openxmlformats.org/drawingml/2006/main">
              <a:ext uri="{FF2B5EF4-FFF2-40B4-BE49-F238E27FC236}">
                <a16:creationId xmlns:a16="http://schemas.microsoft.com/office/drawing/2014/main" id="{61C3A127-FA4C-40D8-AC99-F3C1061E4DEB}"/>
              </a:ext>
            </a:extLst>
          </p:cNvPr>
          <p:cNvSpPr>
            <a:spLocks xmlns:a="http://schemas.openxmlformats.org/drawingml/2006/main" noGrp="1"/>
          </p:cNvSpPr>
          <p:nvPr/>
        </p:nvSpPr>
        <p:spPr>
          <a:xfrm xmlns:a="http://schemas.openxmlformats.org/drawingml/2006/main">
            <a:off x="9258300" y="3082671"/>
            <a:ext cx="438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عبر</a:t>
            </a:r>
          </a:p>
        </p:txBody>
      </p:sp>
      <p:sp>
        <p:nvSpPr>
          <p:cNvPr id="16" name="">
            <a:extLst xmlns:a="http://schemas.openxmlformats.org/drawingml/2006/main">
              <a:ext uri="{FF2B5EF4-FFF2-40B4-BE49-F238E27FC236}">
                <a16:creationId xmlns:a16="http://schemas.microsoft.com/office/drawing/2014/main" id="{B9AFB8E1-9CB2-4E72-92D3-7600FB01A4FF}"/>
              </a:ext>
            </a:extLst>
          </p:cNvPr>
          <p:cNvSpPr>
            <a:spLocks xmlns:a="http://schemas.openxmlformats.org/drawingml/2006/main" noGrp="1"/>
          </p:cNvSpPr>
          <p:nvPr/>
        </p:nvSpPr>
        <p:spPr>
          <a:xfrm xmlns:a="http://schemas.openxmlformats.org/drawingml/2006/main">
            <a:off x="8448675" y="3082671"/>
            <a:ext cx="7334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Groq</a:t>
            </a:r>
          </a:p>
        </p:txBody>
      </p:sp>
      <p:sp>
        <p:nvSpPr>
          <p:cNvPr id="17" name="">
            <a:extLst xmlns:a="http://schemas.openxmlformats.org/drawingml/2006/main">
              <a:ext uri="{FF2B5EF4-FFF2-40B4-BE49-F238E27FC236}">
                <a16:creationId xmlns:a16="http://schemas.microsoft.com/office/drawing/2014/main" id="{38318CC2-1DA0-4C0D-802E-EF2056CC6569}"/>
              </a:ext>
            </a:extLst>
          </p:cNvPr>
          <p:cNvSpPr>
            <a:spLocks xmlns:a="http://schemas.openxmlformats.org/drawingml/2006/main" noGrp="1"/>
          </p:cNvSpPr>
          <p:nvPr/>
        </p:nvSpPr>
        <p:spPr>
          <a:xfrm xmlns:a="http://schemas.openxmlformats.org/drawingml/2006/main">
            <a:off x="8039100" y="3082671"/>
            <a:ext cx="333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من</a:t>
            </a:r>
          </a:p>
        </p:txBody>
      </p:sp>
      <p:sp>
        <p:nvSpPr>
          <p:cNvPr id="18" name="">
            <a:extLst xmlns:a="http://schemas.openxmlformats.org/drawingml/2006/main">
              <a:ext uri="{FF2B5EF4-FFF2-40B4-BE49-F238E27FC236}">
                <a16:creationId xmlns:a16="http://schemas.microsoft.com/office/drawing/2014/main" id="{7D1066B8-1A54-40A8-A083-9CDC8D412E44}"/>
              </a:ext>
            </a:extLst>
          </p:cNvPr>
          <p:cNvSpPr>
            <a:spLocks xmlns:a="http://schemas.openxmlformats.org/drawingml/2006/main" noGrp="1"/>
          </p:cNvSpPr>
          <p:nvPr/>
        </p:nvSpPr>
        <p:spPr>
          <a:xfrm xmlns:a="http://schemas.openxmlformats.org/drawingml/2006/main">
            <a:off x="7115175" y="3082671"/>
            <a:ext cx="8477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نصوص</a:t>
            </a:r>
          </a:p>
        </p:txBody>
      </p:sp>
      <p:sp>
        <p:nvSpPr>
          <p:cNvPr id="19" name="">
            <a:extLst xmlns:a="http://schemas.openxmlformats.org/drawingml/2006/main">
              <a:ext uri="{FF2B5EF4-FFF2-40B4-BE49-F238E27FC236}">
                <a16:creationId xmlns:a16="http://schemas.microsoft.com/office/drawing/2014/main" id="{8CE66885-87EA-4BFF-AD7D-C076FE279034}"/>
              </a:ext>
            </a:extLst>
          </p:cNvPr>
          <p:cNvSpPr>
            <a:spLocks xmlns:a="http://schemas.openxmlformats.org/drawingml/2006/main" noGrp="1"/>
          </p:cNvSpPr>
          <p:nvPr/>
        </p:nvSpPr>
        <p:spPr>
          <a:xfrm xmlns:a="http://schemas.openxmlformats.org/drawingml/2006/main">
            <a:off x="6438900" y="3082671"/>
            <a:ext cx="6000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الملف</a:t>
            </a:r>
          </a:p>
        </p:txBody>
      </p:sp>
      <p:sp>
        <p:nvSpPr>
          <p:cNvPr id="20" name="">
            <a:extLst xmlns:a="http://schemas.openxmlformats.org/drawingml/2006/main">
              <a:ext uri="{FF2B5EF4-FFF2-40B4-BE49-F238E27FC236}">
                <a16:creationId xmlns:a16="http://schemas.microsoft.com/office/drawing/2014/main" id="{15A53AE7-47F5-4D41-BE5D-D2851321D7F5}"/>
              </a:ext>
            </a:extLst>
          </p:cNvPr>
          <p:cNvSpPr>
            <a:spLocks xmlns:a="http://schemas.openxmlformats.org/drawingml/2006/main" noGrp="1"/>
          </p:cNvSpPr>
          <p:nvPr/>
        </p:nvSpPr>
        <p:spPr>
          <a:xfrm xmlns:a="http://schemas.openxmlformats.org/drawingml/2006/main">
            <a:off x="10553700" y="3698367"/>
            <a:ext cx="685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مراجع</a:t>
            </a:r>
          </a:p>
        </p:txBody>
      </p:sp>
      <p:sp>
        <p:nvSpPr>
          <p:cNvPr id="21" name="">
            <a:extLst xmlns:a="http://schemas.openxmlformats.org/drawingml/2006/main">
              <a:ext uri="{FF2B5EF4-FFF2-40B4-BE49-F238E27FC236}">
                <a16:creationId xmlns:a16="http://schemas.microsoft.com/office/drawing/2014/main" id="{4B0183C1-2891-4089-8F59-A6F8ED9845BD}"/>
              </a:ext>
            </a:extLst>
          </p:cNvPr>
          <p:cNvSpPr>
            <a:spLocks xmlns:a="http://schemas.openxmlformats.org/drawingml/2006/main" noGrp="1"/>
          </p:cNvSpPr>
          <p:nvPr/>
        </p:nvSpPr>
        <p:spPr>
          <a:xfrm xmlns:a="http://schemas.openxmlformats.org/drawingml/2006/main">
            <a:off x="10020300" y="3698367"/>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قابلة</a:t>
            </a:r>
          </a:p>
        </p:txBody>
      </p:sp>
      <p:sp>
        <p:nvSpPr>
          <p:cNvPr id="22" name="">
            <a:extLst xmlns:a="http://schemas.openxmlformats.org/drawingml/2006/main">
              <a:ext uri="{FF2B5EF4-FFF2-40B4-BE49-F238E27FC236}">
                <a16:creationId xmlns:a16="http://schemas.microsoft.com/office/drawing/2014/main" id="{52A29258-A811-4FE4-90A2-738327406A16}"/>
              </a:ext>
            </a:extLst>
          </p:cNvPr>
          <p:cNvSpPr>
            <a:spLocks xmlns:a="http://schemas.openxmlformats.org/drawingml/2006/main" noGrp="1"/>
          </p:cNvSpPr>
          <p:nvPr/>
        </p:nvSpPr>
        <p:spPr>
          <a:xfrm xmlns:a="http://schemas.openxmlformats.org/drawingml/2006/main">
            <a:off x="9448800" y="3698367"/>
            <a:ext cx="495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للفتح</a:t>
            </a:r>
          </a:p>
        </p:txBody>
      </p:sp>
      <p:sp>
        <p:nvSpPr>
          <p:cNvPr id="23" name="">
            <a:extLst xmlns:a="http://schemas.openxmlformats.org/drawingml/2006/main">
              <a:ext uri="{FF2B5EF4-FFF2-40B4-BE49-F238E27FC236}">
                <a16:creationId xmlns:a16="http://schemas.microsoft.com/office/drawing/2014/main" id="{FD205134-21BC-4FD6-9C6B-42EFB2220C2D}"/>
              </a:ext>
            </a:extLst>
          </p:cNvPr>
          <p:cNvSpPr>
            <a:spLocks xmlns:a="http://schemas.openxmlformats.org/drawingml/2006/main" noGrp="1"/>
          </p:cNvSpPr>
          <p:nvPr/>
        </p:nvSpPr>
        <p:spPr>
          <a:xfrm xmlns:a="http://schemas.openxmlformats.org/drawingml/2006/main">
            <a:off x="8934450" y="3698367"/>
            <a:ext cx="438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ورد</a:t>
            </a:r>
          </a:p>
        </p:txBody>
      </p:sp>
      <p:sp>
        <p:nvSpPr>
          <p:cNvPr id="24" name="">
            <a:extLst xmlns:a="http://schemas.openxmlformats.org/drawingml/2006/main">
              <a:ext uri="{FF2B5EF4-FFF2-40B4-BE49-F238E27FC236}">
                <a16:creationId xmlns:a16="http://schemas.microsoft.com/office/drawing/2014/main" id="{AE99F18F-3E67-4A82-BC27-7D1B74A18121}"/>
              </a:ext>
            </a:extLst>
          </p:cNvPr>
          <p:cNvSpPr>
            <a:spLocks xmlns:a="http://schemas.openxmlformats.org/drawingml/2006/main" noGrp="1"/>
          </p:cNvSpPr>
          <p:nvPr/>
        </p:nvSpPr>
        <p:spPr>
          <a:xfrm xmlns:a="http://schemas.openxmlformats.org/drawingml/2006/main">
            <a:off x="8277225" y="3698367"/>
            <a:ext cx="5810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محلي</a:t>
            </a:r>
          </a:p>
        </p:txBody>
      </p:sp>
      <p:sp>
        <p:nvSpPr>
          <p:cNvPr id="25" name="">
            <a:extLst xmlns:a="http://schemas.openxmlformats.org/drawingml/2006/main">
              <a:ext uri="{FF2B5EF4-FFF2-40B4-BE49-F238E27FC236}">
                <a16:creationId xmlns:a16="http://schemas.microsoft.com/office/drawing/2014/main" id="{92D99002-A0EA-4C17-AA51-6884C20AEB96}"/>
              </a:ext>
            </a:extLst>
          </p:cNvPr>
          <p:cNvSpPr>
            <a:spLocks xmlns:a="http://schemas.openxmlformats.org/drawingml/2006/main" noGrp="1"/>
          </p:cNvSpPr>
          <p:nvPr/>
        </p:nvSpPr>
        <p:spPr>
          <a:xfrm xmlns:a="http://schemas.openxmlformats.org/drawingml/2006/main">
            <a:off x="7810500" y="3698367"/>
            <a:ext cx="3905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عند</a:t>
            </a:r>
          </a:p>
        </p:txBody>
      </p:sp>
      <p:sp>
        <p:nvSpPr>
          <p:cNvPr id="26" name="">
            <a:extLst xmlns:a="http://schemas.openxmlformats.org/drawingml/2006/main">
              <a:ext uri="{FF2B5EF4-FFF2-40B4-BE49-F238E27FC236}">
                <a16:creationId xmlns:a16="http://schemas.microsoft.com/office/drawing/2014/main" id="{E2FFF19E-0120-49A6-8CB2-4788A593F2DD}"/>
              </a:ext>
            </a:extLst>
          </p:cNvPr>
          <p:cNvSpPr>
            <a:spLocks xmlns:a="http://schemas.openxmlformats.org/drawingml/2006/main" noGrp="1"/>
          </p:cNvSpPr>
          <p:nvPr/>
        </p:nvSpPr>
        <p:spPr>
          <a:xfrm xmlns:a="http://schemas.openxmlformats.org/drawingml/2006/main">
            <a:off x="7153275" y="3698367"/>
            <a:ext cx="5810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تعطل</a:t>
            </a:r>
          </a:p>
        </p:txBody>
      </p:sp>
      <p:sp>
        <p:nvSpPr>
          <p:cNvPr id="27" name="">
            <a:extLst xmlns:a="http://schemas.openxmlformats.org/drawingml/2006/main">
              <a:ext uri="{FF2B5EF4-FFF2-40B4-BE49-F238E27FC236}">
                <a16:creationId xmlns:a16="http://schemas.microsoft.com/office/drawing/2014/main" id="{A4A33C3E-1C5F-42F3-B304-A90D4EEEE87C}"/>
              </a:ext>
            </a:extLst>
          </p:cNvPr>
          <p:cNvSpPr>
            <a:spLocks xmlns:a="http://schemas.openxmlformats.org/drawingml/2006/main" noGrp="1"/>
          </p:cNvSpPr>
          <p:nvPr/>
        </p:nvSpPr>
        <p:spPr>
          <a:xfrm xmlns:a="http://schemas.openxmlformats.org/drawingml/2006/main">
            <a:off x="6448425" y="3698367"/>
            <a:ext cx="6286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التوليد</a:t>
            </a:r>
          </a:p>
        </p:txBody>
      </p:sp>
      <p:sp>
        <p:nvSpPr>
          <p:cNvPr id="28" name="">
            <a:extLst xmlns:a="http://schemas.openxmlformats.org/drawingml/2006/main">
              <a:ext uri="{FF2B5EF4-FFF2-40B4-BE49-F238E27FC236}">
                <a16:creationId xmlns:a16="http://schemas.microsoft.com/office/drawing/2014/main" id="{ADA6B280-DA9A-4197-9486-DCA5928DE24F}"/>
              </a:ext>
            </a:extLst>
          </p:cNvPr>
          <p:cNvSpPr>
            <a:spLocks xmlns:a="http://schemas.openxmlformats.org/drawingml/2006/main" noGrp="1"/>
          </p:cNvSpPr>
          <p:nvPr/>
        </p:nvSpPr>
        <p:spPr>
          <a:xfrm xmlns:a="http://schemas.openxmlformats.org/drawingml/2006/main">
            <a:off x="1019175" y="6267450"/>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80979C"/>
                </a:solidFill>
                <a:latin typeface="Arial"/>
                <a:ea typeface="Arial"/>
                <a:cs typeface="Arial"/>
              </a:defRPr>
            </a:pPr>
            <a:r>
              <a:rPr sz="1350" b="0">
                <a:solidFill>
                  <a:srgbClr val="80979C"/>
                </a:solidFill>
                <a:latin typeface="Arial"/>
                <a:ea typeface="Arial"/>
                <a:cs typeface="Arial"/>
              </a:rPr>
              <a:t>06</a:t>
            </a:r>
          </a:p>
        </p:txBody>
      </p:sp>
      <p:sp>
        <p:nvSpPr>
          <p:cNvPr id="29" name="">
            <a:extLst xmlns:a="http://schemas.openxmlformats.org/drawingml/2006/main">
              <a:ext uri="{FF2B5EF4-FFF2-40B4-BE49-F238E27FC236}">
                <a16:creationId xmlns:a16="http://schemas.microsoft.com/office/drawing/2014/main" id="{96ADCB9B-FC49-4695-9B91-B1AD222E8269}"/>
              </a:ext>
            </a:extLst>
          </p:cNvPr>
          <p:cNvSpPr>
            <a:spLocks xmlns:a="http://schemas.openxmlformats.org/drawingml/2006/main" noGrp="1"/>
          </p:cNvSpPr>
          <p:nvPr/>
        </p:nvSpPr>
        <p:spPr>
          <a:xfrm xmlns:a="http://schemas.openxmlformats.org/drawingml/2006/main">
            <a:off x="11096625" y="6238875"/>
            <a:ext cx="333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b="1">
                <a:solidFill>
                  <a:srgbClr val="10756B"/>
                </a:solidFill>
                <a:latin typeface="Arial"/>
                <a:ea typeface="Arial"/>
                <a:cs typeface="Arial"/>
              </a:defRPr>
            </a:pPr>
            <a:r>
              <a:rPr sz="1800" b="1">
                <a:solidFill>
                  <a:srgbClr val="10756B"/>
                </a:solidFill>
                <a:latin typeface="Arial"/>
                <a:ea typeface="Arial"/>
                <a:cs typeface="Arial"/>
              </a:rPr>
              <a:t>سَنَد</a:t>
            </a:r>
          </a:p>
        </p:txBody>
      </p:sp>
    </p:spTree>
    <p:extLst>
      <p:ext uri="{BB962C8B-B14F-4D97-AF65-F5344CB8AC3E}">
        <p14:creationId xmlns:p14="http://schemas.microsoft.com/office/powerpoint/2010/main" val="419432614"/>
      </p:ext>
    </p:extLst>
  </p:cSld>
</p:sld>
</file>

<file path=ppt/slides/slide7.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D680D6AD-7166-4128-BDAD-1FEBA10F3BBB}"/>
              </a:ext>
            </a:extLst>
          </p:cNvPr>
          <p:cNvSpPr>
            <a:spLocks xmlns:a="http://schemas.openxmlformats.org/drawingml/2006/main" noGrp="1"/>
          </p:cNvSpPr>
          <p:nvPr/>
        </p:nvSpPr>
        <p:spPr>
          <a:xfrm xmlns:a="http://schemas.openxmlformats.org/drawingml/2006/main">
            <a:off x="10868025" y="590550"/>
            <a:ext cx="56197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تفاصيل</a:t>
            </a:r>
          </a:p>
        </p:txBody>
      </p:sp>
      <p:sp>
        <p:nvSpPr>
          <p:cNvPr id="2" name="">
            <a:extLst xmlns:a="http://schemas.openxmlformats.org/drawingml/2006/main">
              <a:ext uri="{FF2B5EF4-FFF2-40B4-BE49-F238E27FC236}">
                <a16:creationId xmlns:a16="http://schemas.microsoft.com/office/drawing/2014/main" id="{FAB22E35-77B2-4541-BC32-9720B5C110D6}"/>
              </a:ext>
            </a:extLst>
          </p:cNvPr>
          <p:cNvSpPr>
            <a:spLocks xmlns:a="http://schemas.openxmlformats.org/drawingml/2006/main" noGrp="1"/>
          </p:cNvSpPr>
          <p:nvPr/>
        </p:nvSpPr>
        <p:spPr>
          <a:xfrm xmlns:a="http://schemas.openxmlformats.org/drawingml/2006/main">
            <a:off x="10403681" y="590550"/>
            <a:ext cx="40957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قريبة</a:t>
            </a:r>
          </a:p>
        </p:txBody>
      </p:sp>
      <p:sp>
        <p:nvSpPr>
          <p:cNvPr id="3" name="">
            <a:extLst xmlns:a="http://schemas.openxmlformats.org/drawingml/2006/main">
              <a:ext uri="{FF2B5EF4-FFF2-40B4-BE49-F238E27FC236}">
                <a16:creationId xmlns:a16="http://schemas.microsoft.com/office/drawing/2014/main" id="{12217F1E-FC8A-4AE6-9F39-2D522B06AA56}"/>
              </a:ext>
            </a:extLst>
          </p:cNvPr>
          <p:cNvSpPr>
            <a:spLocks xmlns:a="http://schemas.openxmlformats.org/drawingml/2006/main" noGrp="1"/>
          </p:cNvSpPr>
          <p:nvPr/>
        </p:nvSpPr>
        <p:spPr>
          <a:xfrm xmlns:a="http://schemas.openxmlformats.org/drawingml/2006/main">
            <a:off x="10091738" y="590550"/>
            <a:ext cx="25717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من</a:t>
            </a:r>
          </a:p>
        </p:txBody>
      </p:sp>
      <p:sp>
        <p:nvSpPr>
          <p:cNvPr id="4" name="">
            <a:extLst xmlns:a="http://schemas.openxmlformats.org/drawingml/2006/main">
              <a:ext uri="{FF2B5EF4-FFF2-40B4-BE49-F238E27FC236}">
                <a16:creationId xmlns:a16="http://schemas.microsoft.com/office/drawing/2014/main" id="{EA6FD54C-BB23-4674-B161-E19744B84595}"/>
              </a:ext>
            </a:extLst>
          </p:cNvPr>
          <p:cNvSpPr>
            <a:spLocks xmlns:a="http://schemas.openxmlformats.org/drawingml/2006/main" noGrp="1"/>
          </p:cNvSpPr>
          <p:nvPr/>
        </p:nvSpPr>
        <p:spPr>
          <a:xfrm xmlns:a="http://schemas.openxmlformats.org/drawingml/2006/main">
            <a:off x="9579769" y="590550"/>
            <a:ext cx="45720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إجراء</a:t>
            </a:r>
          </a:p>
        </p:txBody>
      </p:sp>
      <p:sp>
        <p:nvSpPr>
          <p:cNvPr id="5" name="">
            <a:extLst xmlns:a="http://schemas.openxmlformats.org/drawingml/2006/main">
              <a:ext uri="{FF2B5EF4-FFF2-40B4-BE49-F238E27FC236}">
                <a16:creationId xmlns:a16="http://schemas.microsoft.com/office/drawing/2014/main" id="{5DA0F216-67A0-4A29-81C7-703FCED45408}"/>
              </a:ext>
            </a:extLst>
          </p:cNvPr>
          <p:cNvSpPr>
            <a:spLocks xmlns:a="http://schemas.openxmlformats.org/drawingml/2006/main" noGrp="1"/>
          </p:cNvSpPr>
          <p:nvPr/>
        </p:nvSpPr>
        <p:spPr>
          <a:xfrm xmlns:a="http://schemas.openxmlformats.org/drawingml/2006/main">
            <a:off x="8896350" y="590550"/>
            <a:ext cx="62865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الموظف</a:t>
            </a:r>
          </a:p>
        </p:txBody>
      </p:sp>
      <p:sp>
        <p:nvSpPr>
          <p:cNvPr id="6" name="">
            <a:extLst xmlns:a="http://schemas.openxmlformats.org/drawingml/2006/main">
              <a:ext uri="{FF2B5EF4-FFF2-40B4-BE49-F238E27FC236}">
                <a16:creationId xmlns:a16="http://schemas.microsoft.com/office/drawing/2014/main" id="{28A63D06-3DBB-46F7-9BF8-42EB8506D549}"/>
              </a:ext>
            </a:extLst>
          </p:cNvPr>
          <p:cNvSpPr>
            <a:spLocks xmlns:a="http://schemas.openxmlformats.org/drawingml/2006/main" noGrp="1"/>
          </p:cNvSpPr>
          <p:nvPr/>
        </p:nvSpPr>
        <p:spPr>
          <a:xfrm xmlns:a="http://schemas.openxmlformats.org/drawingml/2006/main">
            <a:off x="10487025" y="1200150"/>
            <a:ext cx="94297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خانات</a:t>
            </a:r>
          </a:p>
        </p:txBody>
      </p:sp>
      <p:sp>
        <p:nvSpPr>
          <p:cNvPr id="7" name="">
            <a:extLst xmlns:a="http://schemas.openxmlformats.org/drawingml/2006/main">
              <a:ext uri="{FF2B5EF4-FFF2-40B4-BE49-F238E27FC236}">
                <a16:creationId xmlns:a16="http://schemas.microsoft.com/office/drawing/2014/main" id="{400EAEB3-332D-4635-B84A-F9027C3B6937}"/>
              </a:ext>
            </a:extLst>
          </p:cNvPr>
          <p:cNvSpPr>
            <a:spLocks xmlns:a="http://schemas.openxmlformats.org/drawingml/2006/main" noGrp="1"/>
          </p:cNvSpPr>
          <p:nvPr/>
        </p:nvSpPr>
        <p:spPr>
          <a:xfrm xmlns:a="http://schemas.openxmlformats.org/drawingml/2006/main">
            <a:off x="9179719" y="1200150"/>
            <a:ext cx="119062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المسافر</a:t>
            </a:r>
          </a:p>
        </p:txBody>
      </p:sp>
      <p:sp>
        <p:nvSpPr>
          <p:cNvPr id="8" name="">
            <a:extLst xmlns:a="http://schemas.openxmlformats.org/drawingml/2006/main">
              <a:ext uri="{FF2B5EF4-FFF2-40B4-BE49-F238E27FC236}">
                <a16:creationId xmlns:a16="http://schemas.microsoft.com/office/drawing/2014/main" id="{AD930458-1DFA-4FA2-90F2-43793FC5C185}"/>
              </a:ext>
            </a:extLst>
          </p:cNvPr>
          <p:cNvSpPr>
            <a:spLocks xmlns:a="http://schemas.openxmlformats.org/drawingml/2006/main" noGrp="1"/>
          </p:cNvSpPr>
          <p:nvPr/>
        </p:nvSpPr>
        <p:spPr>
          <a:xfrm xmlns:a="http://schemas.openxmlformats.org/drawingml/2006/main">
            <a:off x="7777163" y="1200150"/>
            <a:ext cx="128587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وحركات</a:t>
            </a:r>
          </a:p>
        </p:txBody>
      </p:sp>
      <p:sp>
        <p:nvSpPr>
          <p:cNvPr id="9" name="">
            <a:extLst xmlns:a="http://schemas.openxmlformats.org/drawingml/2006/main">
              <a:ext uri="{FF2B5EF4-FFF2-40B4-BE49-F238E27FC236}">
                <a16:creationId xmlns:a16="http://schemas.microsoft.com/office/drawing/2014/main" id="{FF5BA122-EEB4-43FF-AFF9-674E50B72B1E}"/>
              </a:ext>
            </a:extLst>
          </p:cNvPr>
          <p:cNvSpPr>
            <a:spLocks xmlns:a="http://schemas.openxmlformats.org/drawingml/2006/main" noGrp="1"/>
          </p:cNvSpPr>
          <p:nvPr/>
        </p:nvSpPr>
        <p:spPr>
          <a:xfrm xmlns:a="http://schemas.openxmlformats.org/drawingml/2006/main">
            <a:off x="6765131" y="1200150"/>
            <a:ext cx="895350"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السفر</a:t>
            </a:r>
          </a:p>
        </p:txBody>
      </p:sp>
      <p:sp>
        <p:nvSpPr>
          <p:cNvPr id="10" name="">
            <a:extLst xmlns:a="http://schemas.openxmlformats.org/drawingml/2006/main">
              <a:ext uri="{FF2B5EF4-FFF2-40B4-BE49-F238E27FC236}">
                <a16:creationId xmlns:a16="http://schemas.microsoft.com/office/drawing/2014/main" id="{8CCCA294-5E6D-41E6-9046-9670FE29D6E2}"/>
              </a:ext>
            </a:extLst>
          </p:cNvPr>
          <p:cNvSpPr>
            <a:spLocks xmlns:a="http://schemas.openxmlformats.org/drawingml/2006/main" noGrp="1"/>
          </p:cNvSpPr>
          <p:nvPr/>
        </p:nvSpPr>
        <p:spPr>
          <a:xfrm xmlns:a="http://schemas.openxmlformats.org/drawingml/2006/main">
            <a:off x="10610850" y="2466975"/>
            <a:ext cx="6286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بيانات</a:t>
            </a:r>
          </a:p>
        </p:txBody>
      </p:sp>
      <p:sp>
        <p:nvSpPr>
          <p:cNvPr id="11" name="">
            <a:extLst xmlns:a="http://schemas.openxmlformats.org/drawingml/2006/main">
              <a:ext uri="{FF2B5EF4-FFF2-40B4-BE49-F238E27FC236}">
                <a16:creationId xmlns:a16="http://schemas.microsoft.com/office/drawing/2014/main" id="{2EC74E6F-72D1-4849-9BB8-FC7BC1F887AC}"/>
              </a:ext>
            </a:extLst>
          </p:cNvPr>
          <p:cNvSpPr>
            <a:spLocks xmlns:a="http://schemas.openxmlformats.org/drawingml/2006/main" noGrp="1"/>
          </p:cNvSpPr>
          <p:nvPr/>
        </p:nvSpPr>
        <p:spPr>
          <a:xfrm xmlns:a="http://schemas.openxmlformats.org/drawingml/2006/main">
            <a:off x="9925050" y="2466975"/>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الزائر</a:t>
            </a:r>
          </a:p>
        </p:txBody>
      </p:sp>
      <p:sp>
        <p:nvSpPr>
          <p:cNvPr id="12" name="">
            <a:extLst xmlns:a="http://schemas.openxmlformats.org/drawingml/2006/main">
              <a:ext uri="{FF2B5EF4-FFF2-40B4-BE49-F238E27FC236}">
                <a16:creationId xmlns:a16="http://schemas.microsoft.com/office/drawing/2014/main" id="{E6906104-9DEB-4EB0-85C5-E820F2D3383E}"/>
              </a:ext>
            </a:extLst>
          </p:cNvPr>
          <p:cNvSpPr>
            <a:spLocks xmlns:a="http://schemas.openxmlformats.org/drawingml/2006/main" noGrp="1"/>
          </p:cNvSpPr>
          <p:nvPr/>
        </p:nvSpPr>
        <p:spPr>
          <a:xfrm xmlns:a="http://schemas.openxmlformats.org/drawingml/2006/main">
            <a:off x="9029700" y="2466975"/>
            <a:ext cx="819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والجواز</a:t>
            </a:r>
          </a:p>
        </p:txBody>
      </p:sp>
      <p:sp>
        <p:nvSpPr>
          <p:cNvPr id="13" name="">
            <a:extLst xmlns:a="http://schemas.openxmlformats.org/drawingml/2006/main">
              <a:ext uri="{FF2B5EF4-FFF2-40B4-BE49-F238E27FC236}">
                <a16:creationId xmlns:a16="http://schemas.microsoft.com/office/drawing/2014/main" id="{15EFFBDF-BC9E-4F45-B6EC-B0A32CD6C952}"/>
              </a:ext>
            </a:extLst>
          </p:cNvPr>
          <p:cNvSpPr>
            <a:spLocks xmlns:a="http://schemas.openxmlformats.org/drawingml/2006/main" noGrp="1"/>
          </p:cNvSpPr>
          <p:nvPr/>
        </p:nvSpPr>
        <p:spPr>
          <a:xfrm xmlns:a="http://schemas.openxmlformats.org/drawingml/2006/main">
            <a:off x="8029575" y="2466975"/>
            <a:ext cx="9239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والتأشيرة</a:t>
            </a:r>
          </a:p>
        </p:txBody>
      </p:sp>
      <p:sp>
        <p:nvSpPr>
          <p:cNvPr id="14" name="">
            <a:extLst xmlns:a="http://schemas.openxmlformats.org/drawingml/2006/main">
              <a:ext uri="{FF2B5EF4-FFF2-40B4-BE49-F238E27FC236}">
                <a16:creationId xmlns:a16="http://schemas.microsoft.com/office/drawing/2014/main" id="{7058DDEB-BA1E-4B04-BC87-80A393C63613}"/>
              </a:ext>
            </a:extLst>
          </p:cNvPr>
          <p:cNvSpPr>
            <a:spLocks xmlns:a="http://schemas.openxmlformats.org/drawingml/2006/main" noGrp="1"/>
          </p:cNvSpPr>
          <p:nvPr/>
        </p:nvSpPr>
        <p:spPr>
          <a:xfrm xmlns:a="http://schemas.openxmlformats.org/drawingml/2006/main">
            <a:off x="10477500" y="3082671"/>
            <a:ext cx="76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تفاصيل</a:t>
            </a:r>
          </a:p>
        </p:txBody>
      </p:sp>
      <p:sp>
        <p:nvSpPr>
          <p:cNvPr id="15" name="">
            <a:extLst xmlns:a="http://schemas.openxmlformats.org/drawingml/2006/main">
              <a:ext uri="{FF2B5EF4-FFF2-40B4-BE49-F238E27FC236}">
                <a16:creationId xmlns:a16="http://schemas.microsoft.com/office/drawing/2014/main" id="{9FEAC5B5-48B7-41B6-95E9-1F45664E9266}"/>
              </a:ext>
            </a:extLst>
          </p:cNvPr>
          <p:cNvSpPr>
            <a:spLocks xmlns:a="http://schemas.openxmlformats.org/drawingml/2006/main" noGrp="1"/>
          </p:cNvSpPr>
          <p:nvPr/>
        </p:nvSpPr>
        <p:spPr>
          <a:xfrm xmlns:a="http://schemas.openxmlformats.org/drawingml/2006/main">
            <a:off x="9963150" y="3082671"/>
            <a:ext cx="438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تفتح</a:t>
            </a:r>
          </a:p>
        </p:txBody>
      </p:sp>
      <p:sp>
        <p:nvSpPr>
          <p:cNvPr id="16" name="">
            <a:extLst xmlns:a="http://schemas.openxmlformats.org/drawingml/2006/main">
              <a:ext uri="{FF2B5EF4-FFF2-40B4-BE49-F238E27FC236}">
                <a16:creationId xmlns:a16="http://schemas.microsoft.com/office/drawing/2014/main" id="{BE3A80EA-9339-4098-801D-7F0214A42D6B}"/>
              </a:ext>
            </a:extLst>
          </p:cNvPr>
          <p:cNvSpPr>
            <a:spLocks xmlns:a="http://schemas.openxmlformats.org/drawingml/2006/main" noGrp="1"/>
          </p:cNvSpPr>
          <p:nvPr/>
        </p:nvSpPr>
        <p:spPr>
          <a:xfrm xmlns:a="http://schemas.openxmlformats.org/drawingml/2006/main">
            <a:off x="9001125" y="3082671"/>
            <a:ext cx="8858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بالموجب</a:t>
            </a:r>
          </a:p>
        </p:txBody>
      </p:sp>
      <p:sp>
        <p:nvSpPr>
          <p:cNvPr id="17" name="">
            <a:extLst xmlns:a="http://schemas.openxmlformats.org/drawingml/2006/main">
              <a:ext uri="{FF2B5EF4-FFF2-40B4-BE49-F238E27FC236}">
                <a16:creationId xmlns:a16="http://schemas.microsoft.com/office/drawing/2014/main" id="{D54F6F0D-26C1-49C8-B16F-BB231A63D45A}"/>
              </a:ext>
            </a:extLst>
          </p:cNvPr>
          <p:cNvSpPr>
            <a:spLocks xmlns:a="http://schemas.openxmlformats.org/drawingml/2006/main" noGrp="1"/>
          </p:cNvSpPr>
          <p:nvPr/>
        </p:nvSpPr>
        <p:spPr>
          <a:xfrm xmlns:a="http://schemas.openxmlformats.org/drawingml/2006/main">
            <a:off x="8162925" y="3082671"/>
            <a:ext cx="76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وتُطوى</a:t>
            </a:r>
          </a:p>
        </p:txBody>
      </p:sp>
      <p:sp>
        <p:nvSpPr>
          <p:cNvPr id="18" name="">
            <a:extLst xmlns:a="http://schemas.openxmlformats.org/drawingml/2006/main">
              <a:ext uri="{FF2B5EF4-FFF2-40B4-BE49-F238E27FC236}">
                <a16:creationId xmlns:a16="http://schemas.microsoft.com/office/drawing/2014/main" id="{B36D42BF-F398-44A5-B6CC-7AED7574878E}"/>
              </a:ext>
            </a:extLst>
          </p:cNvPr>
          <p:cNvSpPr>
            <a:spLocks xmlns:a="http://schemas.openxmlformats.org/drawingml/2006/main" noGrp="1"/>
          </p:cNvSpPr>
          <p:nvPr/>
        </p:nvSpPr>
        <p:spPr>
          <a:xfrm xmlns:a="http://schemas.openxmlformats.org/drawingml/2006/main">
            <a:off x="7315200" y="3082671"/>
            <a:ext cx="7715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بالسالب</a:t>
            </a:r>
          </a:p>
        </p:txBody>
      </p:sp>
      <p:sp>
        <p:nvSpPr>
          <p:cNvPr id="19" name="">
            <a:extLst xmlns:a="http://schemas.openxmlformats.org/drawingml/2006/main">
              <a:ext uri="{FF2B5EF4-FFF2-40B4-BE49-F238E27FC236}">
                <a16:creationId xmlns:a16="http://schemas.microsoft.com/office/drawing/2014/main" id="{DE380326-22D3-4A65-AE78-1099CF687EDD}"/>
              </a:ext>
            </a:extLst>
          </p:cNvPr>
          <p:cNvSpPr>
            <a:spLocks xmlns:a="http://schemas.openxmlformats.org/drawingml/2006/main" noGrp="1"/>
          </p:cNvSpPr>
          <p:nvPr/>
        </p:nvSpPr>
        <p:spPr>
          <a:xfrm xmlns:a="http://schemas.openxmlformats.org/drawingml/2006/main">
            <a:off x="10639425" y="3698367"/>
            <a:ext cx="6000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دخول</a:t>
            </a:r>
          </a:p>
        </p:txBody>
      </p:sp>
      <p:sp>
        <p:nvSpPr>
          <p:cNvPr id="20" name="">
            <a:extLst xmlns:a="http://schemas.openxmlformats.org/drawingml/2006/main">
              <a:ext uri="{FF2B5EF4-FFF2-40B4-BE49-F238E27FC236}">
                <a16:creationId xmlns:a16="http://schemas.microsoft.com/office/drawing/2014/main" id="{BD450BB3-63C9-4556-9C50-C014880BC9F4}"/>
              </a:ext>
            </a:extLst>
          </p:cNvPr>
          <p:cNvSpPr>
            <a:spLocks xmlns:a="http://schemas.openxmlformats.org/drawingml/2006/main" noGrp="1"/>
          </p:cNvSpPr>
          <p:nvPr/>
        </p:nvSpPr>
        <p:spPr>
          <a:xfrm xmlns:a="http://schemas.openxmlformats.org/drawingml/2006/main">
            <a:off x="9763125" y="3698367"/>
            <a:ext cx="800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وخروج</a:t>
            </a:r>
          </a:p>
        </p:txBody>
      </p:sp>
      <p:sp>
        <p:nvSpPr>
          <p:cNvPr id="21" name="">
            <a:extLst xmlns:a="http://schemas.openxmlformats.org/drawingml/2006/main">
              <a:ext uri="{FF2B5EF4-FFF2-40B4-BE49-F238E27FC236}">
                <a16:creationId xmlns:a16="http://schemas.microsoft.com/office/drawing/2014/main" id="{79272F05-1B85-4277-8A69-31BA4062F078}"/>
              </a:ext>
            </a:extLst>
          </p:cNvPr>
          <p:cNvSpPr>
            <a:spLocks xmlns:a="http://schemas.openxmlformats.org/drawingml/2006/main" noGrp="1"/>
          </p:cNvSpPr>
          <p:nvPr/>
        </p:nvSpPr>
        <p:spPr>
          <a:xfrm xmlns:a="http://schemas.openxmlformats.org/drawingml/2006/main">
            <a:off x="8820150" y="3698367"/>
            <a:ext cx="8667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بوثائقهما</a:t>
            </a:r>
          </a:p>
        </p:txBody>
      </p:sp>
      <p:sp>
        <p:nvSpPr>
          <p:cNvPr id="22" name="">
            <a:extLst xmlns:a="http://schemas.openxmlformats.org/drawingml/2006/main">
              <a:ext uri="{FF2B5EF4-FFF2-40B4-BE49-F238E27FC236}">
                <a16:creationId xmlns:a16="http://schemas.microsoft.com/office/drawing/2014/main" id="{2EEE3130-F404-4BDC-8FB7-2D05AA0ABB8B}"/>
              </a:ext>
            </a:extLst>
          </p:cNvPr>
          <p:cNvSpPr>
            <a:spLocks xmlns:a="http://schemas.openxmlformats.org/drawingml/2006/main" noGrp="1"/>
          </p:cNvSpPr>
          <p:nvPr/>
        </p:nvSpPr>
        <p:spPr>
          <a:xfrm xmlns:a="http://schemas.openxmlformats.org/drawingml/2006/main">
            <a:off x="7800975" y="3698367"/>
            <a:ext cx="9429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ومعرّفات</a:t>
            </a:r>
          </a:p>
        </p:txBody>
      </p:sp>
      <p:sp>
        <p:nvSpPr>
          <p:cNvPr id="23" name="">
            <a:extLst xmlns:a="http://schemas.openxmlformats.org/drawingml/2006/main">
              <a:ext uri="{FF2B5EF4-FFF2-40B4-BE49-F238E27FC236}">
                <a16:creationId xmlns:a16="http://schemas.microsoft.com/office/drawing/2014/main" id="{F4CA1008-05B6-4AAB-870C-6EAA98E92EBA}"/>
              </a:ext>
            </a:extLst>
          </p:cNvPr>
          <p:cNvSpPr>
            <a:spLocks xmlns:a="http://schemas.openxmlformats.org/drawingml/2006/main" noGrp="1"/>
          </p:cNvSpPr>
          <p:nvPr/>
        </p:nvSpPr>
        <p:spPr>
          <a:xfrm xmlns:a="http://schemas.openxmlformats.org/drawingml/2006/main">
            <a:off x="7058025" y="3698367"/>
            <a:ext cx="666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مستقلة</a:t>
            </a:r>
          </a:p>
        </p:txBody>
      </p:sp>
      <p:sp>
        <p:nvSpPr>
          <p:cNvPr id="24" name="">
            <a:extLst xmlns:a="http://schemas.openxmlformats.org/drawingml/2006/main">
              <a:ext uri="{FF2B5EF4-FFF2-40B4-BE49-F238E27FC236}">
                <a16:creationId xmlns:a16="http://schemas.microsoft.com/office/drawing/2014/main" id="{7C3DB6E6-DBEB-4DC6-9D79-D8836027E2D0}"/>
              </a:ext>
            </a:extLst>
          </p:cNvPr>
          <p:cNvSpPr>
            <a:spLocks xmlns:a="http://schemas.openxmlformats.org/drawingml/2006/main" noGrp="1"/>
          </p:cNvSpPr>
          <p:nvPr/>
        </p:nvSpPr>
        <p:spPr>
          <a:xfrm xmlns:a="http://schemas.openxmlformats.org/drawingml/2006/main">
            <a:off x="1019175" y="6267450"/>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80979C"/>
                </a:solidFill>
                <a:latin typeface="Arial"/>
                <a:ea typeface="Arial"/>
                <a:cs typeface="Arial"/>
              </a:defRPr>
            </a:pPr>
            <a:r>
              <a:rPr sz="1350" b="0">
                <a:solidFill>
                  <a:srgbClr val="80979C"/>
                </a:solidFill>
                <a:latin typeface="Arial"/>
                <a:ea typeface="Arial"/>
                <a:cs typeface="Arial"/>
              </a:rPr>
              <a:t>07</a:t>
            </a:r>
          </a:p>
        </p:txBody>
      </p:sp>
      <p:sp>
        <p:nvSpPr>
          <p:cNvPr id="25" name="">
            <a:extLst xmlns:a="http://schemas.openxmlformats.org/drawingml/2006/main">
              <a:ext uri="{FF2B5EF4-FFF2-40B4-BE49-F238E27FC236}">
                <a16:creationId xmlns:a16="http://schemas.microsoft.com/office/drawing/2014/main" id="{0BBE2236-942D-4A5F-AC40-95C672A9203E}"/>
              </a:ext>
            </a:extLst>
          </p:cNvPr>
          <p:cNvSpPr>
            <a:spLocks xmlns:a="http://schemas.openxmlformats.org/drawingml/2006/main" noGrp="1"/>
          </p:cNvSpPr>
          <p:nvPr/>
        </p:nvSpPr>
        <p:spPr>
          <a:xfrm xmlns:a="http://schemas.openxmlformats.org/drawingml/2006/main">
            <a:off x="11096625" y="6238875"/>
            <a:ext cx="333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b="1">
                <a:solidFill>
                  <a:srgbClr val="10756B"/>
                </a:solidFill>
                <a:latin typeface="Arial"/>
                <a:ea typeface="Arial"/>
                <a:cs typeface="Arial"/>
              </a:defRPr>
            </a:pPr>
            <a:r>
              <a:rPr sz="1800" b="1">
                <a:solidFill>
                  <a:srgbClr val="10756B"/>
                </a:solidFill>
                <a:latin typeface="Arial"/>
                <a:ea typeface="Arial"/>
                <a:cs typeface="Arial"/>
              </a:rPr>
              <a:t>سَنَد</a:t>
            </a:r>
          </a:p>
        </p:txBody>
      </p:sp>
    </p:spTree>
    <p:extLst>
      <p:ext uri="{BB962C8B-B14F-4D97-AF65-F5344CB8AC3E}">
        <p14:creationId xmlns:p14="http://schemas.microsoft.com/office/powerpoint/2010/main" val="1299341683"/>
      </p:ext>
    </p:extLst>
  </p:cSld>
</p:sld>
</file>

<file path=ppt/slides/slide8.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0C5F1C94-2284-4881-9C53-AF72C0C1824C}"/>
              </a:ext>
            </a:extLst>
          </p:cNvPr>
          <p:cNvSpPr>
            <a:spLocks xmlns:a="http://schemas.openxmlformats.org/drawingml/2006/main" noGrp="1"/>
          </p:cNvSpPr>
          <p:nvPr/>
        </p:nvSpPr>
        <p:spPr>
          <a:xfrm xmlns:a="http://schemas.openxmlformats.org/drawingml/2006/main">
            <a:off x="10877550" y="590550"/>
            <a:ext cx="55245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المرجع</a:t>
            </a:r>
          </a:p>
        </p:txBody>
      </p:sp>
      <p:sp>
        <p:nvSpPr>
          <p:cNvPr id="2" name="">
            <a:extLst xmlns:a="http://schemas.openxmlformats.org/drawingml/2006/main">
              <a:ext uri="{FF2B5EF4-FFF2-40B4-BE49-F238E27FC236}">
                <a16:creationId xmlns:a16="http://schemas.microsoft.com/office/drawing/2014/main" id="{37A856F5-9CBC-428E-B291-2D666C42CBA6}"/>
              </a:ext>
            </a:extLst>
          </p:cNvPr>
          <p:cNvSpPr>
            <a:spLocks xmlns:a="http://schemas.openxmlformats.org/drawingml/2006/main" noGrp="1"/>
          </p:cNvSpPr>
          <p:nvPr/>
        </p:nvSpPr>
        <p:spPr>
          <a:xfrm xmlns:a="http://schemas.openxmlformats.org/drawingml/2006/main">
            <a:off x="10479881" y="590550"/>
            <a:ext cx="34290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يبقى</a:t>
            </a:r>
          </a:p>
        </p:txBody>
      </p:sp>
      <p:sp>
        <p:nvSpPr>
          <p:cNvPr id="3" name="">
            <a:extLst xmlns:a="http://schemas.openxmlformats.org/drawingml/2006/main">
              <a:ext uri="{FF2B5EF4-FFF2-40B4-BE49-F238E27FC236}">
                <a16:creationId xmlns:a16="http://schemas.microsoft.com/office/drawing/2014/main" id="{E46C3A9E-8F1F-4178-A9E8-609F110FC8A8}"/>
              </a:ext>
            </a:extLst>
          </p:cNvPr>
          <p:cNvSpPr>
            <a:spLocks xmlns:a="http://schemas.openxmlformats.org/drawingml/2006/main" noGrp="1"/>
          </p:cNvSpPr>
          <p:nvPr/>
        </p:nvSpPr>
        <p:spPr>
          <a:xfrm xmlns:a="http://schemas.openxmlformats.org/drawingml/2006/main">
            <a:off x="10158413" y="590550"/>
            <a:ext cx="26670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بعد</a:t>
            </a:r>
          </a:p>
        </p:txBody>
      </p:sp>
      <p:sp>
        <p:nvSpPr>
          <p:cNvPr id="4" name="">
            <a:extLst xmlns:a="http://schemas.openxmlformats.org/drawingml/2006/main">
              <a:ext uri="{FF2B5EF4-FFF2-40B4-BE49-F238E27FC236}">
                <a16:creationId xmlns:a16="http://schemas.microsoft.com/office/drawing/2014/main" id="{95439082-00E1-47F9-A30B-6A9E62FFCBBD}"/>
              </a:ext>
            </a:extLst>
          </p:cNvPr>
          <p:cNvSpPr>
            <a:spLocks xmlns:a="http://schemas.openxmlformats.org/drawingml/2006/main" noGrp="1"/>
          </p:cNvSpPr>
          <p:nvPr/>
        </p:nvSpPr>
        <p:spPr>
          <a:xfrm xmlns:a="http://schemas.openxmlformats.org/drawingml/2006/main">
            <a:off x="9494044" y="590550"/>
            <a:ext cx="60960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المغادرة</a:t>
            </a:r>
          </a:p>
        </p:txBody>
      </p:sp>
      <p:sp>
        <p:nvSpPr>
          <p:cNvPr id="5" name="">
            <a:extLst xmlns:a="http://schemas.openxmlformats.org/drawingml/2006/main">
              <a:ext uri="{FF2B5EF4-FFF2-40B4-BE49-F238E27FC236}">
                <a16:creationId xmlns:a16="http://schemas.microsoft.com/office/drawing/2014/main" id="{5E9C519B-4A9B-4688-8C0F-2D2A7874D2C4}"/>
              </a:ext>
            </a:extLst>
          </p:cNvPr>
          <p:cNvSpPr>
            <a:spLocks xmlns:a="http://schemas.openxmlformats.org/drawingml/2006/main" noGrp="1"/>
          </p:cNvSpPr>
          <p:nvPr/>
        </p:nvSpPr>
        <p:spPr>
          <a:xfrm xmlns:a="http://schemas.openxmlformats.org/drawingml/2006/main">
            <a:off x="10172700" y="1200150"/>
            <a:ext cx="1257300"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الاحتفاظ</a:t>
            </a:r>
          </a:p>
        </p:txBody>
      </p:sp>
      <p:sp>
        <p:nvSpPr>
          <p:cNvPr id="6" name="">
            <a:extLst xmlns:a="http://schemas.openxmlformats.org/drawingml/2006/main">
              <a:ext uri="{FF2B5EF4-FFF2-40B4-BE49-F238E27FC236}">
                <a16:creationId xmlns:a16="http://schemas.microsoft.com/office/drawing/2014/main" id="{A70CC713-B27C-47A0-B649-12672E963282}"/>
              </a:ext>
            </a:extLst>
          </p:cNvPr>
          <p:cNvSpPr>
            <a:spLocks xmlns:a="http://schemas.openxmlformats.org/drawingml/2006/main" noGrp="1"/>
          </p:cNvSpPr>
          <p:nvPr/>
        </p:nvSpPr>
        <p:spPr>
          <a:xfrm xmlns:a="http://schemas.openxmlformats.org/drawingml/2006/main">
            <a:off x="8846344" y="1200150"/>
            <a:ext cx="120967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بالوثيقة</a:t>
            </a:r>
          </a:p>
        </p:txBody>
      </p:sp>
      <p:sp>
        <p:nvSpPr>
          <p:cNvPr id="7" name="">
            <a:extLst xmlns:a="http://schemas.openxmlformats.org/drawingml/2006/main">
              <a:ext uri="{FF2B5EF4-FFF2-40B4-BE49-F238E27FC236}">
                <a16:creationId xmlns:a16="http://schemas.microsoft.com/office/drawing/2014/main" id="{52CBD4CC-CF56-4182-80F3-E88ADBFE63E8}"/>
              </a:ext>
            </a:extLst>
          </p:cNvPr>
          <p:cNvSpPr>
            <a:spLocks xmlns:a="http://schemas.openxmlformats.org/drawingml/2006/main" noGrp="1"/>
          </p:cNvSpPr>
          <p:nvPr/>
        </p:nvSpPr>
        <p:spPr>
          <a:xfrm xmlns:a="http://schemas.openxmlformats.org/drawingml/2006/main">
            <a:off x="7748588" y="1200150"/>
            <a:ext cx="98107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البديلة</a:t>
            </a:r>
          </a:p>
        </p:txBody>
      </p:sp>
      <p:sp>
        <p:nvSpPr>
          <p:cNvPr id="8" name="">
            <a:extLst xmlns:a="http://schemas.openxmlformats.org/drawingml/2006/main">
              <a:ext uri="{FF2B5EF4-FFF2-40B4-BE49-F238E27FC236}">
                <a16:creationId xmlns:a16="http://schemas.microsoft.com/office/drawing/2014/main" id="{C6340107-C2A2-46E1-9F4A-E9B9496AE553}"/>
              </a:ext>
            </a:extLst>
          </p:cNvPr>
          <p:cNvSpPr>
            <a:spLocks xmlns:a="http://schemas.openxmlformats.org/drawingml/2006/main" noGrp="1"/>
          </p:cNvSpPr>
          <p:nvPr/>
        </p:nvSpPr>
        <p:spPr>
          <a:xfrm xmlns:a="http://schemas.openxmlformats.org/drawingml/2006/main">
            <a:off x="10553700" y="2466975"/>
            <a:ext cx="685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الجواز</a:t>
            </a:r>
          </a:p>
        </p:txBody>
      </p:sp>
      <p:sp>
        <p:nvSpPr>
          <p:cNvPr id="9" name="">
            <a:extLst xmlns:a="http://schemas.openxmlformats.org/drawingml/2006/main">
              <a:ext uri="{FF2B5EF4-FFF2-40B4-BE49-F238E27FC236}">
                <a16:creationId xmlns:a16="http://schemas.microsoft.com/office/drawing/2014/main" id="{1EADC793-BAED-4B3E-9972-920E06A905C1}"/>
              </a:ext>
            </a:extLst>
          </p:cNvPr>
          <p:cNvSpPr>
            <a:spLocks xmlns:a="http://schemas.openxmlformats.org/drawingml/2006/main" noGrp="1"/>
          </p:cNvSpPr>
          <p:nvPr/>
        </p:nvSpPr>
        <p:spPr>
          <a:xfrm xmlns:a="http://schemas.openxmlformats.org/drawingml/2006/main">
            <a:off x="9696450" y="2466975"/>
            <a:ext cx="781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والوثيقة</a:t>
            </a:r>
          </a:p>
        </p:txBody>
      </p:sp>
      <p:sp>
        <p:nvSpPr>
          <p:cNvPr id="10" name="">
            <a:extLst xmlns:a="http://schemas.openxmlformats.org/drawingml/2006/main">
              <a:ext uri="{FF2B5EF4-FFF2-40B4-BE49-F238E27FC236}">
                <a16:creationId xmlns:a16="http://schemas.microsoft.com/office/drawing/2014/main" id="{FF36E223-2786-4B3E-8DF5-443099A0FDB6}"/>
              </a:ext>
            </a:extLst>
          </p:cNvPr>
          <p:cNvSpPr>
            <a:spLocks xmlns:a="http://schemas.openxmlformats.org/drawingml/2006/main" noGrp="1"/>
          </p:cNvSpPr>
          <p:nvPr/>
        </p:nvSpPr>
        <p:spPr>
          <a:xfrm xmlns:a="http://schemas.openxmlformats.org/drawingml/2006/main">
            <a:off x="9010650" y="2466975"/>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البديلة</a:t>
            </a:r>
          </a:p>
        </p:txBody>
      </p:sp>
      <p:sp>
        <p:nvSpPr>
          <p:cNvPr id="11" name="">
            <a:extLst xmlns:a="http://schemas.openxmlformats.org/drawingml/2006/main">
              <a:ext uri="{FF2B5EF4-FFF2-40B4-BE49-F238E27FC236}">
                <a16:creationId xmlns:a16="http://schemas.microsoft.com/office/drawing/2014/main" id="{B729F6E2-E0B6-4168-8C7A-AC0E8B9482CE}"/>
              </a:ext>
            </a:extLst>
          </p:cNvPr>
          <p:cNvSpPr>
            <a:spLocks xmlns:a="http://schemas.openxmlformats.org/drawingml/2006/main" noGrp="1"/>
          </p:cNvSpPr>
          <p:nvPr/>
        </p:nvSpPr>
        <p:spPr>
          <a:xfrm xmlns:a="http://schemas.openxmlformats.org/drawingml/2006/main">
            <a:off x="8620125" y="2466975"/>
            <a:ext cx="314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في</a:t>
            </a:r>
          </a:p>
        </p:txBody>
      </p:sp>
      <p:sp>
        <p:nvSpPr>
          <p:cNvPr id="12" name="">
            <a:extLst xmlns:a="http://schemas.openxmlformats.org/drawingml/2006/main">
              <a:ext uri="{FF2B5EF4-FFF2-40B4-BE49-F238E27FC236}">
                <a16:creationId xmlns:a16="http://schemas.microsoft.com/office/drawing/2014/main" id="{47D7A7EE-E1B3-44C6-A630-5FE252EC861D}"/>
              </a:ext>
            </a:extLst>
          </p:cNvPr>
          <p:cNvSpPr>
            <a:spLocks xmlns:a="http://schemas.openxmlformats.org/drawingml/2006/main" noGrp="1"/>
          </p:cNvSpPr>
          <p:nvPr/>
        </p:nvSpPr>
        <p:spPr>
          <a:xfrm xmlns:a="http://schemas.openxmlformats.org/drawingml/2006/main">
            <a:off x="8067675" y="2466975"/>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ملف</a:t>
            </a:r>
          </a:p>
        </p:txBody>
      </p:sp>
      <p:sp>
        <p:nvSpPr>
          <p:cNvPr id="13" name="">
            <a:extLst xmlns:a="http://schemas.openxmlformats.org/drawingml/2006/main">
              <a:ext uri="{FF2B5EF4-FFF2-40B4-BE49-F238E27FC236}">
                <a16:creationId xmlns:a16="http://schemas.microsoft.com/office/drawing/2014/main" id="{A9BECD5A-2C01-4CA3-8AEB-064CCED10E62}"/>
              </a:ext>
            </a:extLst>
          </p:cNvPr>
          <p:cNvSpPr>
            <a:spLocks xmlns:a="http://schemas.openxmlformats.org/drawingml/2006/main" noGrp="1"/>
          </p:cNvSpPr>
          <p:nvPr/>
        </p:nvSpPr>
        <p:spPr>
          <a:xfrm xmlns:a="http://schemas.openxmlformats.org/drawingml/2006/main">
            <a:off x="7400925" y="2466975"/>
            <a:ext cx="590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الحالة</a:t>
            </a:r>
          </a:p>
        </p:txBody>
      </p:sp>
      <p:sp>
        <p:nvSpPr>
          <p:cNvPr id="14" name="">
            <a:extLst xmlns:a="http://schemas.openxmlformats.org/drawingml/2006/main">
              <a:ext uri="{FF2B5EF4-FFF2-40B4-BE49-F238E27FC236}">
                <a16:creationId xmlns:a16="http://schemas.microsoft.com/office/drawing/2014/main" id="{259F93CE-B304-4D48-BC7F-4E6B8607F28A}"/>
              </a:ext>
            </a:extLst>
          </p:cNvPr>
          <p:cNvSpPr>
            <a:spLocks xmlns:a="http://schemas.openxmlformats.org/drawingml/2006/main" noGrp="1"/>
          </p:cNvSpPr>
          <p:nvPr/>
        </p:nvSpPr>
        <p:spPr>
          <a:xfrm xmlns:a="http://schemas.openxmlformats.org/drawingml/2006/main">
            <a:off x="6838950" y="2466975"/>
            <a:ext cx="4857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نفسه</a:t>
            </a:r>
          </a:p>
        </p:txBody>
      </p:sp>
      <p:sp>
        <p:nvSpPr>
          <p:cNvPr id="15" name="">
            <a:extLst xmlns:a="http://schemas.openxmlformats.org/drawingml/2006/main">
              <a:ext uri="{FF2B5EF4-FFF2-40B4-BE49-F238E27FC236}">
                <a16:creationId xmlns:a16="http://schemas.microsoft.com/office/drawing/2014/main" id="{7E41F60B-C734-4B5C-AF9C-10D55635B68C}"/>
              </a:ext>
            </a:extLst>
          </p:cNvPr>
          <p:cNvSpPr>
            <a:spLocks xmlns:a="http://schemas.openxmlformats.org/drawingml/2006/main" noGrp="1"/>
          </p:cNvSpPr>
          <p:nvPr/>
        </p:nvSpPr>
        <p:spPr>
          <a:xfrm xmlns:a="http://schemas.openxmlformats.org/drawingml/2006/main">
            <a:off x="10620375" y="3082671"/>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مرجع</a:t>
            </a:r>
          </a:p>
        </p:txBody>
      </p:sp>
      <p:sp>
        <p:nvSpPr>
          <p:cNvPr id="16" name="">
            <a:extLst xmlns:a="http://schemas.openxmlformats.org/drawingml/2006/main">
              <a:ext uri="{FF2B5EF4-FFF2-40B4-BE49-F238E27FC236}">
                <a16:creationId xmlns:a16="http://schemas.microsoft.com/office/drawing/2014/main" id="{CF31F0D5-0CBC-46D7-B25D-14827134F99A}"/>
              </a:ext>
            </a:extLst>
          </p:cNvPr>
          <p:cNvSpPr>
            <a:spLocks xmlns:a="http://schemas.openxmlformats.org/drawingml/2006/main" noGrp="1"/>
          </p:cNvSpPr>
          <p:nvPr/>
        </p:nvSpPr>
        <p:spPr>
          <a:xfrm xmlns:a="http://schemas.openxmlformats.org/drawingml/2006/main">
            <a:off x="10163175" y="3082671"/>
            <a:ext cx="381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أمر</a:t>
            </a:r>
          </a:p>
        </p:txBody>
      </p:sp>
      <p:sp>
        <p:nvSpPr>
          <p:cNvPr id="17" name="">
            <a:extLst xmlns:a="http://schemas.openxmlformats.org/drawingml/2006/main">
              <a:ext uri="{FF2B5EF4-FFF2-40B4-BE49-F238E27FC236}">
                <a16:creationId xmlns:a16="http://schemas.microsoft.com/office/drawing/2014/main" id="{39B15015-A4B3-4C4F-8F5B-F216AB1A581C}"/>
              </a:ext>
            </a:extLst>
          </p:cNvPr>
          <p:cNvSpPr>
            <a:spLocks xmlns:a="http://schemas.openxmlformats.org/drawingml/2006/main" noGrp="1"/>
          </p:cNvSpPr>
          <p:nvPr/>
        </p:nvSpPr>
        <p:spPr>
          <a:xfrm xmlns:a="http://schemas.openxmlformats.org/drawingml/2006/main">
            <a:off x="9324975" y="3082671"/>
            <a:ext cx="76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تجريبي</a:t>
            </a:r>
          </a:p>
        </p:txBody>
      </p:sp>
      <p:sp>
        <p:nvSpPr>
          <p:cNvPr id="18" name="">
            <a:extLst xmlns:a="http://schemas.openxmlformats.org/drawingml/2006/main">
              <a:ext uri="{FF2B5EF4-FFF2-40B4-BE49-F238E27FC236}">
                <a16:creationId xmlns:a16="http://schemas.microsoft.com/office/drawing/2014/main" id="{9F1B3B45-8422-4115-95E9-4692B0480A2A}"/>
              </a:ext>
            </a:extLst>
          </p:cNvPr>
          <p:cNvSpPr>
            <a:spLocks xmlns:a="http://schemas.openxmlformats.org/drawingml/2006/main" noGrp="1"/>
          </p:cNvSpPr>
          <p:nvPr/>
        </p:nvSpPr>
        <p:spPr>
          <a:xfrm xmlns:a="http://schemas.openxmlformats.org/drawingml/2006/main">
            <a:off x="8601075" y="3082671"/>
            <a:ext cx="647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مرتبط</a:t>
            </a:r>
          </a:p>
        </p:txBody>
      </p:sp>
      <p:sp>
        <p:nvSpPr>
          <p:cNvPr id="19" name="">
            <a:extLst xmlns:a="http://schemas.openxmlformats.org/drawingml/2006/main">
              <a:ext uri="{FF2B5EF4-FFF2-40B4-BE49-F238E27FC236}">
                <a16:creationId xmlns:a16="http://schemas.microsoft.com/office/drawing/2014/main" id="{959816BE-B0BD-4AC6-A3B0-6C574E56EF35}"/>
              </a:ext>
            </a:extLst>
          </p:cNvPr>
          <p:cNvSpPr>
            <a:spLocks xmlns:a="http://schemas.openxmlformats.org/drawingml/2006/main" noGrp="1"/>
          </p:cNvSpPr>
          <p:nvPr/>
        </p:nvSpPr>
        <p:spPr>
          <a:xfrm xmlns:a="http://schemas.openxmlformats.org/drawingml/2006/main">
            <a:off x="7448550" y="3082671"/>
            <a:ext cx="1076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بالمستندات</a:t>
            </a:r>
          </a:p>
        </p:txBody>
      </p:sp>
      <p:sp>
        <p:nvSpPr>
          <p:cNvPr id="20" name="">
            <a:extLst xmlns:a="http://schemas.openxmlformats.org/drawingml/2006/main">
              <a:ext uri="{FF2B5EF4-FFF2-40B4-BE49-F238E27FC236}">
                <a16:creationId xmlns:a16="http://schemas.microsoft.com/office/drawing/2014/main" id="{2A4AF087-02A0-4608-B6A8-CA6FF473E77A}"/>
              </a:ext>
            </a:extLst>
          </p:cNvPr>
          <p:cNvSpPr>
            <a:spLocks xmlns:a="http://schemas.openxmlformats.org/drawingml/2006/main" noGrp="1"/>
          </p:cNvSpPr>
          <p:nvPr/>
        </p:nvSpPr>
        <p:spPr>
          <a:xfrm xmlns:a="http://schemas.openxmlformats.org/drawingml/2006/main">
            <a:off x="10639425" y="3698367"/>
            <a:ext cx="6000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حزمة</a:t>
            </a:r>
          </a:p>
        </p:txBody>
      </p:sp>
      <p:sp>
        <p:nvSpPr>
          <p:cNvPr id="21" name="">
            <a:extLst xmlns:a="http://schemas.openxmlformats.org/drawingml/2006/main">
              <a:ext uri="{FF2B5EF4-FFF2-40B4-BE49-F238E27FC236}">
                <a16:creationId xmlns:a16="http://schemas.microsoft.com/office/drawing/2014/main" id="{A82C22DD-EAD7-44C5-A7F0-8CAD0CBBCF3E}"/>
              </a:ext>
            </a:extLst>
          </p:cNvPr>
          <p:cNvSpPr>
            <a:spLocks xmlns:a="http://schemas.openxmlformats.org/drawingml/2006/main" noGrp="1"/>
          </p:cNvSpPr>
          <p:nvPr/>
        </p:nvSpPr>
        <p:spPr>
          <a:xfrm xmlns:a="http://schemas.openxmlformats.org/drawingml/2006/main">
            <a:off x="10106025" y="3698367"/>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ثابتة</a:t>
            </a:r>
          </a:p>
        </p:txBody>
      </p:sp>
      <p:sp>
        <p:nvSpPr>
          <p:cNvPr id="22" name="">
            <a:extLst xmlns:a="http://schemas.openxmlformats.org/drawingml/2006/main">
              <a:ext uri="{FF2B5EF4-FFF2-40B4-BE49-F238E27FC236}">
                <a16:creationId xmlns:a16="http://schemas.microsoft.com/office/drawing/2014/main" id="{9803A93B-74CF-4959-A510-F84C07507F79}"/>
              </a:ext>
            </a:extLst>
          </p:cNvPr>
          <p:cNvSpPr>
            <a:spLocks xmlns:a="http://schemas.openxmlformats.org/drawingml/2006/main" noGrp="1"/>
          </p:cNvSpPr>
          <p:nvPr/>
        </p:nvSpPr>
        <p:spPr>
          <a:xfrm xmlns:a="http://schemas.openxmlformats.org/drawingml/2006/main">
            <a:off x="9677400" y="3698367"/>
            <a:ext cx="3524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بعد</a:t>
            </a:r>
          </a:p>
        </p:txBody>
      </p:sp>
      <p:sp>
        <p:nvSpPr>
          <p:cNvPr id="23" name="">
            <a:extLst xmlns:a="http://schemas.openxmlformats.org/drawingml/2006/main">
              <a:ext uri="{FF2B5EF4-FFF2-40B4-BE49-F238E27FC236}">
                <a16:creationId xmlns:a16="http://schemas.microsoft.com/office/drawing/2014/main" id="{D53CE46F-7634-43AC-BD29-8D5BB5DD660A}"/>
              </a:ext>
            </a:extLst>
          </p:cNvPr>
          <p:cNvSpPr>
            <a:spLocks xmlns:a="http://schemas.openxmlformats.org/drawingml/2006/main" noGrp="1"/>
          </p:cNvSpPr>
          <p:nvPr/>
        </p:nvSpPr>
        <p:spPr>
          <a:xfrm xmlns:a="http://schemas.openxmlformats.org/drawingml/2006/main">
            <a:off x="8820150" y="3698367"/>
            <a:ext cx="781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مراجعة</a:t>
            </a:r>
          </a:p>
        </p:txBody>
      </p:sp>
      <p:sp>
        <p:nvSpPr>
          <p:cNvPr id="24" name="">
            <a:extLst xmlns:a="http://schemas.openxmlformats.org/drawingml/2006/main">
              <a:ext uri="{FF2B5EF4-FFF2-40B4-BE49-F238E27FC236}">
                <a16:creationId xmlns:a16="http://schemas.microsoft.com/office/drawing/2014/main" id="{6349B8D3-0A2D-4F20-BA33-27832FDF8424}"/>
              </a:ext>
            </a:extLst>
          </p:cNvPr>
          <p:cNvSpPr>
            <a:spLocks xmlns:a="http://schemas.openxmlformats.org/drawingml/2006/main" noGrp="1"/>
          </p:cNvSpPr>
          <p:nvPr/>
        </p:nvSpPr>
        <p:spPr>
          <a:xfrm xmlns:a="http://schemas.openxmlformats.org/drawingml/2006/main">
            <a:off x="8172450" y="3698367"/>
            <a:ext cx="57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النسخ</a:t>
            </a:r>
          </a:p>
        </p:txBody>
      </p:sp>
      <p:sp>
        <p:nvSpPr>
          <p:cNvPr id="25" name="">
            <a:extLst xmlns:a="http://schemas.openxmlformats.org/drawingml/2006/main">
              <a:ext uri="{FF2B5EF4-FFF2-40B4-BE49-F238E27FC236}">
                <a16:creationId xmlns:a16="http://schemas.microsoft.com/office/drawing/2014/main" id="{F1EE88A5-9458-4616-86AA-CE8780FABCDA}"/>
              </a:ext>
            </a:extLst>
          </p:cNvPr>
          <p:cNvSpPr>
            <a:spLocks xmlns:a="http://schemas.openxmlformats.org/drawingml/2006/main" noGrp="1"/>
          </p:cNvSpPr>
          <p:nvPr/>
        </p:nvSpPr>
        <p:spPr>
          <a:xfrm xmlns:a="http://schemas.openxmlformats.org/drawingml/2006/main">
            <a:off x="7258050" y="3698367"/>
            <a:ext cx="838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المختارة</a:t>
            </a:r>
          </a:p>
        </p:txBody>
      </p:sp>
      <p:sp>
        <p:nvSpPr>
          <p:cNvPr id="26" name="">
            <a:extLst xmlns:a="http://schemas.openxmlformats.org/drawingml/2006/main">
              <a:ext uri="{FF2B5EF4-FFF2-40B4-BE49-F238E27FC236}">
                <a16:creationId xmlns:a16="http://schemas.microsoft.com/office/drawing/2014/main" id="{1900EBE1-8596-4296-AA44-A20809CAD084}"/>
              </a:ext>
            </a:extLst>
          </p:cNvPr>
          <p:cNvSpPr>
            <a:spLocks xmlns:a="http://schemas.openxmlformats.org/drawingml/2006/main" noGrp="1"/>
          </p:cNvSpPr>
          <p:nvPr/>
        </p:nvSpPr>
        <p:spPr>
          <a:xfrm xmlns:a="http://schemas.openxmlformats.org/drawingml/2006/main">
            <a:off x="1019175" y="6267450"/>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80979C"/>
                </a:solidFill>
                <a:latin typeface="Arial"/>
                <a:ea typeface="Arial"/>
                <a:cs typeface="Arial"/>
              </a:defRPr>
            </a:pPr>
            <a:r>
              <a:rPr sz="1350" b="0">
                <a:solidFill>
                  <a:srgbClr val="80979C"/>
                </a:solidFill>
                <a:latin typeface="Arial"/>
                <a:ea typeface="Arial"/>
                <a:cs typeface="Arial"/>
              </a:rPr>
              <a:t>08</a:t>
            </a:r>
          </a:p>
        </p:txBody>
      </p:sp>
      <p:sp>
        <p:nvSpPr>
          <p:cNvPr id="27" name="">
            <a:extLst xmlns:a="http://schemas.openxmlformats.org/drawingml/2006/main">
              <a:ext uri="{FF2B5EF4-FFF2-40B4-BE49-F238E27FC236}">
                <a16:creationId xmlns:a16="http://schemas.microsoft.com/office/drawing/2014/main" id="{13DEDE4A-DEB1-40FD-BF87-AB4344B59E16}"/>
              </a:ext>
            </a:extLst>
          </p:cNvPr>
          <p:cNvSpPr>
            <a:spLocks xmlns:a="http://schemas.openxmlformats.org/drawingml/2006/main" noGrp="1"/>
          </p:cNvSpPr>
          <p:nvPr/>
        </p:nvSpPr>
        <p:spPr>
          <a:xfrm xmlns:a="http://schemas.openxmlformats.org/drawingml/2006/main">
            <a:off x="11096625" y="6238875"/>
            <a:ext cx="333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b="1">
                <a:solidFill>
                  <a:srgbClr val="10756B"/>
                </a:solidFill>
                <a:latin typeface="Arial"/>
                <a:ea typeface="Arial"/>
                <a:cs typeface="Arial"/>
              </a:defRPr>
            </a:pPr>
            <a:r>
              <a:rPr sz="1800" b="1">
                <a:solidFill>
                  <a:srgbClr val="10756B"/>
                </a:solidFill>
                <a:latin typeface="Arial"/>
                <a:ea typeface="Arial"/>
                <a:cs typeface="Arial"/>
              </a:rPr>
              <a:t>سَنَد</a:t>
            </a:r>
          </a:p>
        </p:txBody>
      </p:sp>
    </p:spTree>
    <p:extLst>
      <p:ext uri="{BB962C8B-B14F-4D97-AF65-F5344CB8AC3E}">
        <p14:creationId xmlns:p14="http://schemas.microsoft.com/office/powerpoint/2010/main" val="2112663634"/>
      </p:ext>
    </p:extLst>
  </p:cSld>
</p:sld>
</file>

<file path=ppt/slides/slide9.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2A87D7A2-F3C4-4981-931B-03E36AFD1854}"/>
              </a:ext>
            </a:extLst>
          </p:cNvPr>
          <p:cNvSpPr>
            <a:spLocks xmlns:a="http://schemas.openxmlformats.org/drawingml/2006/main" noGrp="1"/>
          </p:cNvSpPr>
          <p:nvPr/>
        </p:nvSpPr>
        <p:spPr>
          <a:xfrm xmlns:a="http://schemas.openxmlformats.org/drawingml/2006/main">
            <a:off x="10953750" y="590550"/>
            <a:ext cx="47625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إضافة</a:t>
            </a:r>
          </a:p>
        </p:txBody>
      </p:sp>
      <p:sp>
        <p:nvSpPr>
          <p:cNvPr id="2" name="">
            <a:extLst xmlns:a="http://schemas.openxmlformats.org/drawingml/2006/main">
              <a:ext uri="{FF2B5EF4-FFF2-40B4-BE49-F238E27FC236}">
                <a16:creationId xmlns:a16="http://schemas.microsoft.com/office/drawing/2014/main" id="{6DF4CAED-8BA2-4D67-964D-CBA72F0C1536}"/>
              </a:ext>
            </a:extLst>
          </p:cNvPr>
          <p:cNvSpPr>
            <a:spLocks xmlns:a="http://schemas.openxmlformats.org/drawingml/2006/main" noGrp="1"/>
          </p:cNvSpPr>
          <p:nvPr/>
        </p:nvSpPr>
        <p:spPr>
          <a:xfrm xmlns:a="http://schemas.openxmlformats.org/drawingml/2006/main">
            <a:off x="10403681" y="590550"/>
            <a:ext cx="49530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مستقلة</a:t>
            </a:r>
          </a:p>
        </p:txBody>
      </p:sp>
      <p:sp>
        <p:nvSpPr>
          <p:cNvPr id="3" name="">
            <a:extLst xmlns:a="http://schemas.openxmlformats.org/drawingml/2006/main">
              <a:ext uri="{FF2B5EF4-FFF2-40B4-BE49-F238E27FC236}">
                <a16:creationId xmlns:a16="http://schemas.microsoft.com/office/drawing/2014/main" id="{57BCE8F3-D08A-4A55-93E2-C1F7BF869EB1}"/>
              </a:ext>
            </a:extLst>
          </p:cNvPr>
          <p:cNvSpPr>
            <a:spLocks xmlns:a="http://schemas.openxmlformats.org/drawingml/2006/main" noGrp="1"/>
          </p:cNvSpPr>
          <p:nvPr/>
        </p:nvSpPr>
        <p:spPr>
          <a:xfrm xmlns:a="http://schemas.openxmlformats.org/drawingml/2006/main">
            <a:off x="10063163" y="590550"/>
            <a:ext cx="28575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عن</a:t>
            </a:r>
          </a:p>
        </p:txBody>
      </p:sp>
      <p:sp>
        <p:nvSpPr>
          <p:cNvPr id="4" name="">
            <a:extLst xmlns:a="http://schemas.openxmlformats.org/drawingml/2006/main">
              <a:ext uri="{FF2B5EF4-FFF2-40B4-BE49-F238E27FC236}">
                <a16:creationId xmlns:a16="http://schemas.microsoft.com/office/drawing/2014/main" id="{E3641CA2-B0A3-4472-BD83-C8E2DA2DACAB}"/>
              </a:ext>
            </a:extLst>
          </p:cNvPr>
          <p:cNvSpPr>
            <a:spLocks xmlns:a="http://schemas.openxmlformats.org/drawingml/2006/main" noGrp="1"/>
          </p:cNvSpPr>
          <p:nvPr/>
        </p:nvSpPr>
        <p:spPr>
          <a:xfrm xmlns:a="http://schemas.openxmlformats.org/drawingml/2006/main">
            <a:off x="9436894" y="590550"/>
            <a:ext cx="57150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مراجعة</a:t>
            </a:r>
          </a:p>
        </p:txBody>
      </p:sp>
      <p:sp>
        <p:nvSpPr>
          <p:cNvPr id="5" name="">
            <a:extLst xmlns:a="http://schemas.openxmlformats.org/drawingml/2006/main">
              <a:ext uri="{FF2B5EF4-FFF2-40B4-BE49-F238E27FC236}">
                <a16:creationId xmlns:a16="http://schemas.microsoft.com/office/drawing/2014/main" id="{4D44942F-CCC2-4247-A95B-776B43719B2F}"/>
              </a:ext>
            </a:extLst>
          </p:cNvPr>
          <p:cNvSpPr>
            <a:spLocks xmlns:a="http://schemas.openxmlformats.org/drawingml/2006/main" noGrp="1"/>
          </p:cNvSpPr>
          <p:nvPr/>
        </p:nvSpPr>
        <p:spPr>
          <a:xfrm xmlns:a="http://schemas.openxmlformats.org/drawingml/2006/main">
            <a:off x="8763000" y="590550"/>
            <a:ext cx="61912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القنصلية</a:t>
            </a:r>
          </a:p>
        </p:txBody>
      </p:sp>
      <p:sp>
        <p:nvSpPr>
          <p:cNvPr id="6" name="">
            <a:extLst xmlns:a="http://schemas.openxmlformats.org/drawingml/2006/main">
              <a:ext uri="{FF2B5EF4-FFF2-40B4-BE49-F238E27FC236}">
                <a16:creationId xmlns:a16="http://schemas.microsoft.com/office/drawing/2014/main" id="{7E54AC76-E19A-4D2C-8982-E7979856E26C}"/>
              </a:ext>
            </a:extLst>
          </p:cNvPr>
          <p:cNvSpPr>
            <a:spLocks xmlns:a="http://schemas.openxmlformats.org/drawingml/2006/main" noGrp="1"/>
          </p:cNvSpPr>
          <p:nvPr/>
        </p:nvSpPr>
        <p:spPr>
          <a:xfrm xmlns:a="http://schemas.openxmlformats.org/drawingml/2006/main">
            <a:off x="9944100" y="1200150"/>
            <a:ext cx="1485900"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إحصاءات</a:t>
            </a:r>
          </a:p>
        </p:txBody>
      </p:sp>
      <p:sp>
        <p:nvSpPr>
          <p:cNvPr id="7" name="">
            <a:extLst xmlns:a="http://schemas.openxmlformats.org/drawingml/2006/main">
              <a:ext uri="{FF2B5EF4-FFF2-40B4-BE49-F238E27FC236}">
                <a16:creationId xmlns:a16="http://schemas.microsoft.com/office/drawing/2014/main" id="{184A92A6-F4DC-4CEF-A334-68D331226482}"/>
              </a:ext>
            </a:extLst>
          </p:cNvPr>
          <p:cNvSpPr>
            <a:spLocks xmlns:a="http://schemas.openxmlformats.org/drawingml/2006/main" noGrp="1"/>
          </p:cNvSpPr>
          <p:nvPr/>
        </p:nvSpPr>
        <p:spPr>
          <a:xfrm xmlns:a="http://schemas.openxmlformats.org/drawingml/2006/main">
            <a:off x="8484394" y="1200150"/>
            <a:ext cx="134302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السجلات</a:t>
            </a:r>
          </a:p>
        </p:txBody>
      </p:sp>
      <p:sp>
        <p:nvSpPr>
          <p:cNvPr id="8" name="">
            <a:extLst xmlns:a="http://schemas.openxmlformats.org/drawingml/2006/main">
              <a:ext uri="{FF2B5EF4-FFF2-40B4-BE49-F238E27FC236}">
                <a16:creationId xmlns:a16="http://schemas.microsoft.com/office/drawing/2014/main" id="{6D926E92-64CC-4FA8-9309-2A8B9FC5EC84}"/>
              </a:ext>
            </a:extLst>
          </p:cNvPr>
          <p:cNvSpPr>
            <a:spLocks xmlns:a="http://schemas.openxmlformats.org/drawingml/2006/main" noGrp="1"/>
          </p:cNvSpPr>
          <p:nvPr/>
        </p:nvSpPr>
        <p:spPr>
          <a:xfrm xmlns:a="http://schemas.openxmlformats.org/drawingml/2006/main">
            <a:off x="7234238" y="1200150"/>
            <a:ext cx="113347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المتاحة</a:t>
            </a:r>
          </a:p>
        </p:txBody>
      </p:sp>
      <p:sp>
        <p:nvSpPr>
          <p:cNvPr id="9" name="">
            <a:extLst xmlns:a="http://schemas.openxmlformats.org/drawingml/2006/main">
              <a:ext uri="{FF2B5EF4-FFF2-40B4-BE49-F238E27FC236}">
                <a16:creationId xmlns:a16="http://schemas.microsoft.com/office/drawing/2014/main" id="{800DCC6E-066A-4903-AC8D-1311E29ADD2F}"/>
              </a:ext>
            </a:extLst>
          </p:cNvPr>
          <p:cNvSpPr>
            <a:spLocks xmlns:a="http://schemas.openxmlformats.org/drawingml/2006/main" noGrp="1"/>
          </p:cNvSpPr>
          <p:nvPr/>
        </p:nvSpPr>
        <p:spPr>
          <a:xfrm xmlns:a="http://schemas.openxmlformats.org/drawingml/2006/main">
            <a:off x="10820400" y="2466975"/>
            <a:ext cx="419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عدد</a:t>
            </a:r>
          </a:p>
        </p:txBody>
      </p:sp>
      <p:sp>
        <p:nvSpPr>
          <p:cNvPr id="10" name="">
            <a:extLst xmlns:a="http://schemas.openxmlformats.org/drawingml/2006/main">
              <a:ext uri="{FF2B5EF4-FFF2-40B4-BE49-F238E27FC236}">
                <a16:creationId xmlns:a16="http://schemas.microsoft.com/office/drawing/2014/main" id="{45533836-927F-442F-8C43-06EC07B860FE}"/>
              </a:ext>
            </a:extLst>
          </p:cNvPr>
          <p:cNvSpPr>
            <a:spLocks xmlns:a="http://schemas.openxmlformats.org/drawingml/2006/main" noGrp="1"/>
          </p:cNvSpPr>
          <p:nvPr/>
        </p:nvSpPr>
        <p:spPr>
          <a:xfrm xmlns:a="http://schemas.openxmlformats.org/drawingml/2006/main">
            <a:off x="10010775" y="2466975"/>
            <a:ext cx="7334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الملفات</a:t>
            </a:r>
          </a:p>
        </p:txBody>
      </p:sp>
      <p:sp>
        <p:nvSpPr>
          <p:cNvPr id="11" name="">
            <a:extLst xmlns:a="http://schemas.openxmlformats.org/drawingml/2006/main">
              <a:ext uri="{FF2B5EF4-FFF2-40B4-BE49-F238E27FC236}">
                <a16:creationId xmlns:a16="http://schemas.microsoft.com/office/drawing/2014/main" id="{135E3C52-3833-4E8A-9665-07B4C481E595}"/>
              </a:ext>
            </a:extLst>
          </p:cNvPr>
          <p:cNvSpPr>
            <a:spLocks xmlns:a="http://schemas.openxmlformats.org/drawingml/2006/main" noGrp="1"/>
          </p:cNvSpPr>
          <p:nvPr/>
        </p:nvSpPr>
        <p:spPr>
          <a:xfrm xmlns:a="http://schemas.openxmlformats.org/drawingml/2006/main">
            <a:off x="9191625" y="2466975"/>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منفصل</a:t>
            </a:r>
          </a:p>
        </p:txBody>
      </p:sp>
      <p:sp>
        <p:nvSpPr>
          <p:cNvPr id="12" name="">
            <a:extLst xmlns:a="http://schemas.openxmlformats.org/drawingml/2006/main">
              <a:ext uri="{FF2B5EF4-FFF2-40B4-BE49-F238E27FC236}">
                <a16:creationId xmlns:a16="http://schemas.microsoft.com/office/drawing/2014/main" id="{077695EB-242E-4ECD-8B57-691F28857D30}"/>
              </a:ext>
            </a:extLst>
          </p:cNvPr>
          <p:cNvSpPr>
            <a:spLocks xmlns:a="http://schemas.openxmlformats.org/drawingml/2006/main" noGrp="1"/>
          </p:cNvSpPr>
          <p:nvPr/>
        </p:nvSpPr>
        <p:spPr>
          <a:xfrm xmlns:a="http://schemas.openxmlformats.org/drawingml/2006/main">
            <a:off x="8743950" y="2466975"/>
            <a:ext cx="371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عن</a:t>
            </a:r>
          </a:p>
        </p:txBody>
      </p:sp>
      <p:sp>
        <p:nvSpPr>
          <p:cNvPr id="13" name="">
            <a:extLst xmlns:a="http://schemas.openxmlformats.org/drawingml/2006/main">
              <a:ext uri="{FF2B5EF4-FFF2-40B4-BE49-F238E27FC236}">
                <a16:creationId xmlns:a16="http://schemas.microsoft.com/office/drawing/2014/main" id="{DEA0224F-6C86-4F7C-A04F-ED8765A43F73}"/>
              </a:ext>
            </a:extLst>
          </p:cNvPr>
          <p:cNvSpPr>
            <a:spLocks xmlns:a="http://schemas.openxmlformats.org/drawingml/2006/main" noGrp="1"/>
          </p:cNvSpPr>
          <p:nvPr/>
        </p:nvSpPr>
        <p:spPr>
          <a:xfrm xmlns:a="http://schemas.openxmlformats.org/drawingml/2006/main">
            <a:off x="8248650" y="2466975"/>
            <a:ext cx="419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عدد</a:t>
            </a:r>
          </a:p>
        </p:txBody>
      </p:sp>
      <p:sp>
        <p:nvSpPr>
          <p:cNvPr id="14" name="">
            <a:extLst xmlns:a="http://schemas.openxmlformats.org/drawingml/2006/main">
              <a:ext uri="{FF2B5EF4-FFF2-40B4-BE49-F238E27FC236}">
                <a16:creationId xmlns:a16="http://schemas.microsoft.com/office/drawing/2014/main" id="{517241CC-2527-4026-86DE-5CE9969FE975}"/>
              </a:ext>
            </a:extLst>
          </p:cNvPr>
          <p:cNvSpPr>
            <a:spLocks xmlns:a="http://schemas.openxmlformats.org/drawingml/2006/main" noGrp="1"/>
          </p:cNvSpPr>
          <p:nvPr/>
        </p:nvSpPr>
        <p:spPr>
          <a:xfrm xmlns:a="http://schemas.openxmlformats.org/drawingml/2006/main">
            <a:off x="7277100" y="2466975"/>
            <a:ext cx="895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الحركات</a:t>
            </a:r>
          </a:p>
        </p:txBody>
      </p:sp>
      <p:sp>
        <p:nvSpPr>
          <p:cNvPr id="15" name="">
            <a:extLst xmlns:a="http://schemas.openxmlformats.org/drawingml/2006/main">
              <a:ext uri="{FF2B5EF4-FFF2-40B4-BE49-F238E27FC236}">
                <a16:creationId xmlns:a16="http://schemas.microsoft.com/office/drawing/2014/main" id="{3E440AC5-A766-4BA5-84A7-781C6B8701BB}"/>
              </a:ext>
            </a:extLst>
          </p:cNvPr>
          <p:cNvSpPr>
            <a:spLocks xmlns:a="http://schemas.openxmlformats.org/drawingml/2006/main" noGrp="1"/>
          </p:cNvSpPr>
          <p:nvPr/>
        </p:nvSpPr>
        <p:spPr>
          <a:xfrm xmlns:a="http://schemas.openxmlformats.org/drawingml/2006/main">
            <a:off x="10582275" y="3082671"/>
            <a:ext cx="6572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تصفية</a:t>
            </a:r>
          </a:p>
        </p:txBody>
      </p:sp>
      <p:sp>
        <p:nvSpPr>
          <p:cNvPr id="16" name="">
            <a:extLst xmlns:a="http://schemas.openxmlformats.org/drawingml/2006/main">
              <a:ext uri="{FF2B5EF4-FFF2-40B4-BE49-F238E27FC236}">
                <a16:creationId xmlns:a16="http://schemas.microsoft.com/office/drawing/2014/main" id="{29FFBFD6-09F0-4F18-A3DA-F0BD24B833FE}"/>
              </a:ext>
            </a:extLst>
          </p:cNvPr>
          <p:cNvSpPr>
            <a:spLocks xmlns:a="http://schemas.openxmlformats.org/drawingml/2006/main" noGrp="1"/>
          </p:cNvSpPr>
          <p:nvPr/>
        </p:nvSpPr>
        <p:spPr>
          <a:xfrm xmlns:a="http://schemas.openxmlformats.org/drawingml/2006/main">
            <a:off x="9915525" y="3082671"/>
            <a:ext cx="590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حسب</a:t>
            </a:r>
          </a:p>
        </p:txBody>
      </p:sp>
      <p:sp>
        <p:nvSpPr>
          <p:cNvPr id="17" name="">
            <a:extLst xmlns:a="http://schemas.openxmlformats.org/drawingml/2006/main">
              <a:ext uri="{FF2B5EF4-FFF2-40B4-BE49-F238E27FC236}">
                <a16:creationId xmlns:a16="http://schemas.microsoft.com/office/drawing/2014/main" id="{110A95BD-D219-49B4-B5AE-96187C31CC89}"/>
              </a:ext>
            </a:extLst>
          </p:cNvPr>
          <p:cNvSpPr>
            <a:spLocks xmlns:a="http://schemas.openxmlformats.org/drawingml/2006/main" noGrp="1"/>
          </p:cNvSpPr>
          <p:nvPr/>
        </p:nvSpPr>
        <p:spPr>
          <a:xfrm xmlns:a="http://schemas.openxmlformats.org/drawingml/2006/main">
            <a:off x="9048750" y="3082671"/>
            <a:ext cx="7905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التأشيرة</a:t>
            </a:r>
          </a:p>
        </p:txBody>
      </p:sp>
      <p:sp>
        <p:nvSpPr>
          <p:cNvPr id="18" name="">
            <a:extLst xmlns:a="http://schemas.openxmlformats.org/drawingml/2006/main">
              <a:ext uri="{FF2B5EF4-FFF2-40B4-BE49-F238E27FC236}">
                <a16:creationId xmlns:a16="http://schemas.microsoft.com/office/drawing/2014/main" id="{4EFBF160-641C-4A70-8F66-42BE4A3A482F}"/>
              </a:ext>
            </a:extLst>
          </p:cNvPr>
          <p:cNvSpPr>
            <a:spLocks xmlns:a="http://schemas.openxmlformats.org/drawingml/2006/main" noGrp="1"/>
          </p:cNvSpPr>
          <p:nvPr/>
        </p:nvSpPr>
        <p:spPr>
          <a:xfrm xmlns:a="http://schemas.openxmlformats.org/drawingml/2006/main">
            <a:off x="8277225" y="3082671"/>
            <a:ext cx="695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وموعد</a:t>
            </a:r>
          </a:p>
        </p:txBody>
      </p:sp>
      <p:sp>
        <p:nvSpPr>
          <p:cNvPr id="19" name="">
            <a:extLst xmlns:a="http://schemas.openxmlformats.org/drawingml/2006/main">
              <a:ext uri="{FF2B5EF4-FFF2-40B4-BE49-F238E27FC236}">
                <a16:creationId xmlns:a16="http://schemas.microsoft.com/office/drawing/2014/main" id="{54B3C1AE-956E-4B73-A988-15709BC0E8DF}"/>
              </a:ext>
            </a:extLst>
          </p:cNvPr>
          <p:cNvSpPr>
            <a:spLocks xmlns:a="http://schemas.openxmlformats.org/drawingml/2006/main" noGrp="1"/>
          </p:cNvSpPr>
          <p:nvPr/>
        </p:nvSpPr>
        <p:spPr>
          <a:xfrm xmlns:a="http://schemas.openxmlformats.org/drawingml/2006/main">
            <a:off x="7496175" y="3082671"/>
            <a:ext cx="704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مغادرة</a:t>
            </a:r>
          </a:p>
        </p:txBody>
      </p:sp>
      <p:sp>
        <p:nvSpPr>
          <p:cNvPr id="20" name="">
            <a:extLst xmlns:a="http://schemas.openxmlformats.org/drawingml/2006/main">
              <a:ext uri="{FF2B5EF4-FFF2-40B4-BE49-F238E27FC236}">
                <a16:creationId xmlns:a16="http://schemas.microsoft.com/office/drawing/2014/main" id="{23E09938-2657-4615-B259-ADA9D2500B55}"/>
              </a:ext>
            </a:extLst>
          </p:cNvPr>
          <p:cNvSpPr>
            <a:spLocks xmlns:a="http://schemas.openxmlformats.org/drawingml/2006/main" noGrp="1"/>
          </p:cNvSpPr>
          <p:nvPr/>
        </p:nvSpPr>
        <p:spPr>
          <a:xfrm xmlns:a="http://schemas.openxmlformats.org/drawingml/2006/main">
            <a:off x="6829425" y="3082671"/>
            <a:ext cx="590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مدخل</a:t>
            </a:r>
          </a:p>
        </p:txBody>
      </p:sp>
      <p:sp>
        <p:nvSpPr>
          <p:cNvPr id="21" name="">
            <a:extLst xmlns:a="http://schemas.openxmlformats.org/drawingml/2006/main">
              <a:ext uri="{FF2B5EF4-FFF2-40B4-BE49-F238E27FC236}">
                <a16:creationId xmlns:a16="http://schemas.microsoft.com/office/drawing/2014/main" id="{AF83B40F-A77C-426C-AB74-539758E1FD94}"/>
              </a:ext>
            </a:extLst>
          </p:cNvPr>
          <p:cNvSpPr>
            <a:spLocks xmlns:a="http://schemas.openxmlformats.org/drawingml/2006/main" noGrp="1"/>
          </p:cNvSpPr>
          <p:nvPr/>
        </p:nvSpPr>
        <p:spPr>
          <a:xfrm xmlns:a="http://schemas.openxmlformats.org/drawingml/2006/main">
            <a:off x="10668000" y="3698367"/>
            <a:ext cx="57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غياب</a:t>
            </a:r>
          </a:p>
        </p:txBody>
      </p:sp>
      <p:sp>
        <p:nvSpPr>
          <p:cNvPr id="22" name="">
            <a:extLst xmlns:a="http://schemas.openxmlformats.org/drawingml/2006/main">
              <a:ext uri="{FF2B5EF4-FFF2-40B4-BE49-F238E27FC236}">
                <a16:creationId xmlns:a16="http://schemas.microsoft.com/office/drawing/2014/main" id="{19CFA9A9-7B44-486B-9F5E-0A2D74202B25}"/>
              </a:ext>
            </a:extLst>
          </p:cNvPr>
          <p:cNvSpPr>
            <a:spLocks xmlns:a="http://schemas.openxmlformats.org/drawingml/2006/main" noGrp="1"/>
          </p:cNvSpPr>
          <p:nvPr/>
        </p:nvSpPr>
        <p:spPr>
          <a:xfrm xmlns:a="http://schemas.openxmlformats.org/drawingml/2006/main">
            <a:off x="9925050" y="3698367"/>
            <a:ext cx="666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خروج</a:t>
            </a:r>
          </a:p>
        </p:txBody>
      </p:sp>
      <p:sp>
        <p:nvSpPr>
          <p:cNvPr id="23" name="">
            <a:extLst xmlns:a="http://schemas.openxmlformats.org/drawingml/2006/main">
              <a:ext uri="{FF2B5EF4-FFF2-40B4-BE49-F238E27FC236}">
                <a16:creationId xmlns:a16="http://schemas.microsoft.com/office/drawing/2014/main" id="{2AA7B964-053E-4055-A8B7-809BE010ACF2}"/>
              </a:ext>
            </a:extLst>
          </p:cNvPr>
          <p:cNvSpPr>
            <a:spLocks xmlns:a="http://schemas.openxmlformats.org/drawingml/2006/main" noGrp="1"/>
          </p:cNvSpPr>
          <p:nvPr/>
        </p:nvSpPr>
        <p:spPr>
          <a:xfrm xmlns:a="http://schemas.openxmlformats.org/drawingml/2006/main">
            <a:off x="9201150" y="3698367"/>
            <a:ext cx="647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مرتبط</a:t>
            </a:r>
          </a:p>
        </p:txBody>
      </p:sp>
      <p:sp>
        <p:nvSpPr>
          <p:cNvPr id="24" name="">
            <a:extLst xmlns:a="http://schemas.openxmlformats.org/drawingml/2006/main">
              <a:ext uri="{FF2B5EF4-FFF2-40B4-BE49-F238E27FC236}">
                <a16:creationId xmlns:a16="http://schemas.microsoft.com/office/drawing/2014/main" id="{ACA56592-07F8-40B1-9FCE-8B13F316B946}"/>
              </a:ext>
            </a:extLst>
          </p:cNvPr>
          <p:cNvSpPr>
            <a:spLocks xmlns:a="http://schemas.openxmlformats.org/drawingml/2006/main" noGrp="1"/>
          </p:cNvSpPr>
          <p:nvPr/>
        </p:nvSpPr>
        <p:spPr>
          <a:xfrm xmlns:a="http://schemas.openxmlformats.org/drawingml/2006/main">
            <a:off x="8553450" y="3698367"/>
            <a:ext cx="57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يظهر</a:t>
            </a:r>
          </a:p>
        </p:txBody>
      </p:sp>
      <p:sp>
        <p:nvSpPr>
          <p:cNvPr id="25" name="">
            <a:extLst xmlns:a="http://schemas.openxmlformats.org/drawingml/2006/main">
              <a:ext uri="{FF2B5EF4-FFF2-40B4-BE49-F238E27FC236}">
                <a16:creationId xmlns:a16="http://schemas.microsoft.com/office/drawing/2014/main" id="{511E8A0B-F9DD-41A8-83D8-80F1599BF975}"/>
              </a:ext>
            </a:extLst>
          </p:cNvPr>
          <p:cNvSpPr>
            <a:spLocks xmlns:a="http://schemas.openxmlformats.org/drawingml/2006/main" noGrp="1"/>
          </p:cNvSpPr>
          <p:nvPr/>
        </p:nvSpPr>
        <p:spPr>
          <a:xfrm xmlns:a="http://schemas.openxmlformats.org/drawingml/2006/main">
            <a:off x="7477125" y="3698367"/>
            <a:ext cx="1000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للمراجعة،</a:t>
            </a:r>
          </a:p>
        </p:txBody>
      </p:sp>
      <p:sp>
        <p:nvSpPr>
          <p:cNvPr id="26" name="">
            <a:extLst xmlns:a="http://schemas.openxmlformats.org/drawingml/2006/main">
              <a:ext uri="{FF2B5EF4-FFF2-40B4-BE49-F238E27FC236}">
                <a16:creationId xmlns:a16="http://schemas.microsoft.com/office/drawing/2014/main" id="{A48DD8B4-F6FA-47D5-A677-FC3E04D8EED0}"/>
              </a:ext>
            </a:extLst>
          </p:cNvPr>
          <p:cNvSpPr>
            <a:spLocks xmlns:a="http://schemas.openxmlformats.org/drawingml/2006/main" noGrp="1"/>
          </p:cNvSpPr>
          <p:nvPr/>
        </p:nvSpPr>
        <p:spPr>
          <a:xfrm xmlns:a="http://schemas.openxmlformats.org/drawingml/2006/main">
            <a:off x="7048500" y="3698367"/>
            <a:ext cx="3524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ولا</a:t>
            </a:r>
          </a:p>
        </p:txBody>
      </p:sp>
      <p:sp>
        <p:nvSpPr>
          <p:cNvPr id="27" name="">
            <a:extLst xmlns:a="http://schemas.openxmlformats.org/drawingml/2006/main">
              <a:ext uri="{FF2B5EF4-FFF2-40B4-BE49-F238E27FC236}">
                <a16:creationId xmlns:a16="http://schemas.microsoft.com/office/drawing/2014/main" id="{D2D56AD9-901B-43F6-A13F-8A6482B66D74}"/>
              </a:ext>
            </a:extLst>
          </p:cNvPr>
          <p:cNvSpPr>
            <a:spLocks xmlns:a="http://schemas.openxmlformats.org/drawingml/2006/main" noGrp="1"/>
          </p:cNvSpPr>
          <p:nvPr/>
        </p:nvSpPr>
        <p:spPr>
          <a:xfrm xmlns:a="http://schemas.openxmlformats.org/drawingml/2006/main">
            <a:off x="6477000" y="3698367"/>
            <a:ext cx="495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يثبت</a:t>
            </a:r>
          </a:p>
        </p:txBody>
      </p:sp>
      <p:sp>
        <p:nvSpPr>
          <p:cNvPr id="28" name="">
            <a:extLst xmlns:a="http://schemas.openxmlformats.org/drawingml/2006/main">
              <a:ext uri="{FF2B5EF4-FFF2-40B4-BE49-F238E27FC236}">
                <a16:creationId xmlns:a16="http://schemas.microsoft.com/office/drawing/2014/main" id="{2CD5F7E3-0501-474B-9944-66D38ADDCAD9}"/>
              </a:ext>
            </a:extLst>
          </p:cNvPr>
          <p:cNvSpPr>
            <a:spLocks xmlns:a="http://schemas.openxmlformats.org/drawingml/2006/main" noGrp="1"/>
          </p:cNvSpPr>
          <p:nvPr/>
        </p:nvSpPr>
        <p:spPr>
          <a:xfrm xmlns:a="http://schemas.openxmlformats.org/drawingml/2006/main">
            <a:off x="5743575" y="3698367"/>
            <a:ext cx="6572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مخالفة</a:t>
            </a:r>
          </a:p>
        </p:txBody>
      </p:sp>
      <p:sp>
        <p:nvSpPr>
          <p:cNvPr id="29" name="">
            <a:extLst xmlns:a="http://schemas.openxmlformats.org/drawingml/2006/main">
              <a:ext uri="{FF2B5EF4-FFF2-40B4-BE49-F238E27FC236}">
                <a16:creationId xmlns:a16="http://schemas.microsoft.com/office/drawing/2014/main" id="{F9ECAC7A-139B-49E5-8282-4570D83EEBB8}"/>
              </a:ext>
            </a:extLst>
          </p:cNvPr>
          <p:cNvSpPr>
            <a:spLocks xmlns:a="http://schemas.openxmlformats.org/drawingml/2006/main" noGrp="1"/>
          </p:cNvSpPr>
          <p:nvPr/>
        </p:nvSpPr>
        <p:spPr>
          <a:xfrm xmlns:a="http://schemas.openxmlformats.org/drawingml/2006/main">
            <a:off x="1019175" y="6267450"/>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80979C"/>
                </a:solidFill>
                <a:latin typeface="Arial"/>
                <a:ea typeface="Arial"/>
                <a:cs typeface="Arial"/>
              </a:defRPr>
            </a:pPr>
            <a:r>
              <a:rPr sz="1350" b="0">
                <a:solidFill>
                  <a:srgbClr val="80979C"/>
                </a:solidFill>
                <a:latin typeface="Arial"/>
                <a:ea typeface="Arial"/>
                <a:cs typeface="Arial"/>
              </a:rPr>
              <a:t>09</a:t>
            </a:r>
          </a:p>
        </p:txBody>
      </p:sp>
      <p:sp>
        <p:nvSpPr>
          <p:cNvPr id="30" name="">
            <a:extLst xmlns:a="http://schemas.openxmlformats.org/drawingml/2006/main">
              <a:ext uri="{FF2B5EF4-FFF2-40B4-BE49-F238E27FC236}">
                <a16:creationId xmlns:a16="http://schemas.microsoft.com/office/drawing/2014/main" id="{544B3303-8743-4907-9CF7-59706FC679F1}"/>
              </a:ext>
            </a:extLst>
          </p:cNvPr>
          <p:cNvSpPr>
            <a:spLocks xmlns:a="http://schemas.openxmlformats.org/drawingml/2006/main" noGrp="1"/>
          </p:cNvSpPr>
          <p:nvPr/>
        </p:nvSpPr>
        <p:spPr>
          <a:xfrm xmlns:a="http://schemas.openxmlformats.org/drawingml/2006/main">
            <a:off x="11096625" y="6238875"/>
            <a:ext cx="333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b="1">
                <a:solidFill>
                  <a:srgbClr val="10756B"/>
                </a:solidFill>
                <a:latin typeface="Arial"/>
                <a:ea typeface="Arial"/>
                <a:cs typeface="Arial"/>
              </a:defRPr>
            </a:pPr>
            <a:r>
              <a:rPr sz="1800" b="1">
                <a:solidFill>
                  <a:srgbClr val="10756B"/>
                </a:solidFill>
                <a:latin typeface="Arial"/>
                <a:ea typeface="Arial"/>
                <a:cs typeface="Arial"/>
              </a:rPr>
              <a:t>سَنَد</a:t>
            </a:r>
          </a:p>
        </p:txBody>
      </p:sp>
    </p:spTree>
    <p:extLst>
      <p:ext uri="{BB962C8B-B14F-4D97-AF65-F5344CB8AC3E}">
        <p14:creationId xmlns:p14="http://schemas.microsoft.com/office/powerpoint/2010/main" val="1664024998"/>
      </p:ext>
    </p:extLst>
  </p:cSld>
</p:sld>
</file>

<file path=ppt/slides/slide10.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815268B-3D35-415D-A453-E2EC68D7C1CF}"/>
              </a:ext>
            </a:extLst>
          </p:cNvPr>
          <p:cNvSpPr>
            <a:spLocks xmlns:a="http://schemas.openxmlformats.org/drawingml/2006/main" noGrp="1"/>
          </p:cNvSpPr>
          <p:nvPr/>
        </p:nvSpPr>
        <p:spPr>
          <a:xfrm xmlns:a="http://schemas.openxmlformats.org/drawingml/2006/main">
            <a:off x="10801350" y="590550"/>
            <a:ext cx="62865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الإصدار</a:t>
            </a:r>
          </a:p>
        </p:txBody>
      </p:sp>
      <p:sp>
        <p:nvSpPr>
          <p:cNvPr id="2" name="">
            <a:extLst xmlns:a="http://schemas.openxmlformats.org/drawingml/2006/main">
              <a:ext uri="{FF2B5EF4-FFF2-40B4-BE49-F238E27FC236}">
                <a16:creationId xmlns:a16="http://schemas.microsoft.com/office/drawing/2014/main" id="{FD2F7A67-644C-4C45-87C4-21D4767A0617}"/>
              </a:ext>
            </a:extLst>
          </p:cNvPr>
          <p:cNvSpPr>
            <a:spLocks xmlns:a="http://schemas.openxmlformats.org/drawingml/2006/main" noGrp="1"/>
          </p:cNvSpPr>
          <p:nvPr/>
        </p:nvSpPr>
        <p:spPr>
          <a:xfrm xmlns:a="http://schemas.openxmlformats.org/drawingml/2006/main">
            <a:off x="10394156" y="590550"/>
            <a:ext cx="35242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1.3</a:t>
            </a:r>
          </a:p>
        </p:txBody>
      </p:sp>
      <p:sp>
        <p:nvSpPr>
          <p:cNvPr id="3" name="">
            <a:extLst xmlns:a="http://schemas.openxmlformats.org/drawingml/2006/main">
              <a:ext uri="{FF2B5EF4-FFF2-40B4-BE49-F238E27FC236}">
                <a16:creationId xmlns:a16="http://schemas.microsoft.com/office/drawing/2014/main" id="{15A9A3BF-B0F3-4CD5-9343-E46A87DCCBEF}"/>
              </a:ext>
            </a:extLst>
          </p:cNvPr>
          <p:cNvSpPr>
            <a:spLocks xmlns:a="http://schemas.openxmlformats.org/drawingml/2006/main" noGrp="1"/>
          </p:cNvSpPr>
          <p:nvPr/>
        </p:nvSpPr>
        <p:spPr>
          <a:xfrm xmlns:a="http://schemas.openxmlformats.org/drawingml/2006/main">
            <a:off x="10420350" y="1200150"/>
            <a:ext cx="1009650"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نموذج</a:t>
            </a:r>
          </a:p>
        </p:txBody>
      </p:sp>
      <p:sp>
        <p:nvSpPr>
          <p:cNvPr id="4" name="">
            <a:extLst xmlns:a="http://schemas.openxmlformats.org/drawingml/2006/main">
              <a:ext uri="{FF2B5EF4-FFF2-40B4-BE49-F238E27FC236}">
                <a16:creationId xmlns:a16="http://schemas.microsoft.com/office/drawing/2014/main" id="{C5508B83-E4A5-48B8-9126-42CF878AC849}"/>
              </a:ext>
            </a:extLst>
          </p:cNvPr>
          <p:cNvSpPr>
            <a:spLocks xmlns:a="http://schemas.openxmlformats.org/drawingml/2006/main" noGrp="1"/>
          </p:cNvSpPr>
          <p:nvPr/>
        </p:nvSpPr>
        <p:spPr>
          <a:xfrm xmlns:a="http://schemas.openxmlformats.org/drawingml/2006/main">
            <a:off x="9474994" y="1200150"/>
            <a:ext cx="82867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جاهز</a:t>
            </a:r>
          </a:p>
        </p:txBody>
      </p:sp>
      <p:sp>
        <p:nvSpPr>
          <p:cNvPr id="5" name="">
            <a:extLst xmlns:a="http://schemas.openxmlformats.org/drawingml/2006/main">
              <a:ext uri="{FF2B5EF4-FFF2-40B4-BE49-F238E27FC236}">
                <a16:creationId xmlns:a16="http://schemas.microsoft.com/office/drawing/2014/main" id="{CCCA2AA0-DD90-48D1-8C83-9055F491BA7B}"/>
              </a:ext>
            </a:extLst>
          </p:cNvPr>
          <p:cNvSpPr>
            <a:spLocks xmlns:a="http://schemas.openxmlformats.org/drawingml/2006/main" noGrp="1"/>
          </p:cNvSpPr>
          <p:nvPr/>
        </p:nvSpPr>
        <p:spPr>
          <a:xfrm xmlns:a="http://schemas.openxmlformats.org/drawingml/2006/main">
            <a:off x="8196263" y="1200150"/>
            <a:ext cx="1162050"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للتجربة</a:t>
            </a:r>
          </a:p>
        </p:txBody>
      </p:sp>
      <p:sp>
        <p:nvSpPr>
          <p:cNvPr id="6" name="">
            <a:extLst xmlns:a="http://schemas.openxmlformats.org/drawingml/2006/main">
              <a:ext uri="{FF2B5EF4-FFF2-40B4-BE49-F238E27FC236}">
                <a16:creationId xmlns:a16="http://schemas.microsoft.com/office/drawing/2014/main" id="{5E47C031-0597-4FA5-AF79-6199519042C7}"/>
              </a:ext>
            </a:extLst>
          </p:cNvPr>
          <p:cNvSpPr>
            <a:spLocks xmlns:a="http://schemas.openxmlformats.org/drawingml/2006/main" noGrp="1"/>
          </p:cNvSpPr>
          <p:nvPr/>
        </p:nvSpPr>
        <p:spPr>
          <a:xfrm xmlns:a="http://schemas.openxmlformats.org/drawingml/2006/main">
            <a:off x="10725150" y="2466975"/>
            <a:ext cx="514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رابط</a:t>
            </a:r>
          </a:p>
        </p:txBody>
      </p:sp>
      <p:sp>
        <p:nvSpPr>
          <p:cNvPr id="7" name="">
            <a:extLst xmlns:a="http://schemas.openxmlformats.org/drawingml/2006/main">
              <a:ext uri="{FF2B5EF4-FFF2-40B4-BE49-F238E27FC236}">
                <a16:creationId xmlns:a16="http://schemas.microsoft.com/office/drawing/2014/main" id="{669FF458-FED8-4FFB-908E-55E0FE55AB23}"/>
              </a:ext>
            </a:extLst>
          </p:cNvPr>
          <p:cNvSpPr>
            <a:spLocks xmlns:a="http://schemas.openxmlformats.org/drawingml/2006/main" noGrp="1"/>
          </p:cNvSpPr>
          <p:nvPr/>
        </p:nvSpPr>
        <p:spPr>
          <a:xfrm xmlns:a="http://schemas.openxmlformats.org/drawingml/2006/main">
            <a:off x="10001250" y="2466975"/>
            <a:ext cx="647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مستقل</a:t>
            </a:r>
          </a:p>
        </p:txBody>
      </p:sp>
      <p:sp>
        <p:nvSpPr>
          <p:cNvPr id="8" name="">
            <a:extLst xmlns:a="http://schemas.openxmlformats.org/drawingml/2006/main">
              <a:ext uri="{FF2B5EF4-FFF2-40B4-BE49-F238E27FC236}">
                <a16:creationId xmlns:a16="http://schemas.microsoft.com/office/drawing/2014/main" id="{F20CE32F-5465-4B1A-A586-75808F962F3D}"/>
              </a:ext>
            </a:extLst>
          </p:cNvPr>
          <p:cNvSpPr>
            <a:spLocks xmlns:a="http://schemas.openxmlformats.org/drawingml/2006/main" noGrp="1"/>
          </p:cNvSpPr>
          <p:nvPr/>
        </p:nvSpPr>
        <p:spPr>
          <a:xfrm xmlns:a="http://schemas.openxmlformats.org/drawingml/2006/main">
            <a:off x="9191625" y="2466975"/>
            <a:ext cx="7334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ودخول</a:t>
            </a:r>
          </a:p>
        </p:txBody>
      </p:sp>
      <p:sp>
        <p:nvSpPr>
          <p:cNvPr id="9" name="">
            <a:extLst xmlns:a="http://schemas.openxmlformats.org/drawingml/2006/main">
              <a:ext uri="{FF2B5EF4-FFF2-40B4-BE49-F238E27FC236}">
                <a16:creationId xmlns:a16="http://schemas.microsoft.com/office/drawing/2014/main" id="{935C6D09-0D03-4099-ADBF-B630C51A003E}"/>
              </a:ext>
            </a:extLst>
          </p:cNvPr>
          <p:cNvSpPr>
            <a:spLocks xmlns:a="http://schemas.openxmlformats.org/drawingml/2006/main" noGrp="1"/>
          </p:cNvSpPr>
          <p:nvPr/>
        </p:nvSpPr>
        <p:spPr>
          <a:xfrm xmlns:a="http://schemas.openxmlformats.org/drawingml/2006/main">
            <a:off x="8496300" y="246697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خاص</a:t>
            </a:r>
          </a:p>
        </p:txBody>
      </p:sp>
      <p:sp>
        <p:nvSpPr>
          <p:cNvPr id="10" name="">
            <a:extLst xmlns:a="http://schemas.openxmlformats.org/drawingml/2006/main">
              <a:ext uri="{FF2B5EF4-FFF2-40B4-BE49-F238E27FC236}">
                <a16:creationId xmlns:a16="http://schemas.microsoft.com/office/drawing/2014/main" id="{005442B7-AF81-4D26-A1D9-0CECE19F6C64}"/>
              </a:ext>
            </a:extLst>
          </p:cNvPr>
          <p:cNvSpPr>
            <a:spLocks xmlns:a="http://schemas.openxmlformats.org/drawingml/2006/main" noGrp="1"/>
          </p:cNvSpPr>
          <p:nvPr/>
        </p:nvSpPr>
        <p:spPr>
          <a:xfrm xmlns:a="http://schemas.openxmlformats.org/drawingml/2006/main">
            <a:off x="10496550" y="3082671"/>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وظائف</a:t>
            </a:r>
          </a:p>
        </p:txBody>
      </p:sp>
      <p:sp>
        <p:nvSpPr>
          <p:cNvPr id="11" name="">
            <a:extLst xmlns:a="http://schemas.openxmlformats.org/drawingml/2006/main">
              <a:ext uri="{FF2B5EF4-FFF2-40B4-BE49-F238E27FC236}">
                <a16:creationId xmlns:a16="http://schemas.microsoft.com/office/drawing/2014/main" id="{4255F5DA-4C52-499C-9E68-502F2153EBF0}"/>
              </a:ext>
            </a:extLst>
          </p:cNvPr>
          <p:cNvSpPr>
            <a:spLocks xmlns:a="http://schemas.openxmlformats.org/drawingml/2006/main" noGrp="1"/>
          </p:cNvSpPr>
          <p:nvPr/>
        </p:nvSpPr>
        <p:spPr>
          <a:xfrm xmlns:a="http://schemas.openxmlformats.org/drawingml/2006/main">
            <a:off x="9582150" y="3082671"/>
            <a:ext cx="838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محفوظة</a:t>
            </a:r>
          </a:p>
        </p:txBody>
      </p:sp>
      <p:sp>
        <p:nvSpPr>
          <p:cNvPr id="12" name="">
            <a:extLst xmlns:a="http://schemas.openxmlformats.org/drawingml/2006/main">
              <a:ext uri="{FF2B5EF4-FFF2-40B4-BE49-F238E27FC236}">
                <a16:creationId xmlns:a16="http://schemas.microsoft.com/office/drawing/2014/main" id="{F1882369-4351-4EB2-BBFE-B02F89316DCE}"/>
              </a:ext>
            </a:extLst>
          </p:cNvPr>
          <p:cNvSpPr>
            <a:spLocks xmlns:a="http://schemas.openxmlformats.org/drawingml/2006/main" noGrp="1"/>
          </p:cNvSpPr>
          <p:nvPr/>
        </p:nvSpPr>
        <p:spPr>
          <a:xfrm xmlns:a="http://schemas.openxmlformats.org/drawingml/2006/main">
            <a:off x="8705850" y="3082671"/>
            <a:ext cx="800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ومساعد</a:t>
            </a:r>
          </a:p>
        </p:txBody>
      </p:sp>
      <p:sp>
        <p:nvSpPr>
          <p:cNvPr id="13" name="">
            <a:extLst xmlns:a="http://schemas.openxmlformats.org/drawingml/2006/main">
              <a:ext uri="{FF2B5EF4-FFF2-40B4-BE49-F238E27FC236}">
                <a16:creationId xmlns:a16="http://schemas.microsoft.com/office/drawing/2014/main" id="{4DF0A158-2FAF-478A-87D6-2A260921FB3D}"/>
              </a:ext>
            </a:extLst>
          </p:cNvPr>
          <p:cNvSpPr>
            <a:spLocks xmlns:a="http://schemas.openxmlformats.org/drawingml/2006/main" noGrp="1"/>
          </p:cNvSpPr>
          <p:nvPr/>
        </p:nvSpPr>
        <p:spPr>
          <a:xfrm xmlns:a="http://schemas.openxmlformats.org/drawingml/2006/main">
            <a:off x="7934325" y="3082671"/>
            <a:ext cx="695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توليدي</a:t>
            </a:r>
          </a:p>
        </p:txBody>
      </p:sp>
      <p:sp>
        <p:nvSpPr>
          <p:cNvPr id="14" name="">
            <a:extLst xmlns:a="http://schemas.openxmlformats.org/drawingml/2006/main">
              <a:ext uri="{FF2B5EF4-FFF2-40B4-BE49-F238E27FC236}">
                <a16:creationId xmlns:a16="http://schemas.microsoft.com/office/drawing/2014/main" id="{7A9FB45C-2447-4C69-9C39-B6EE497BBE41}"/>
              </a:ext>
            </a:extLst>
          </p:cNvPr>
          <p:cNvSpPr>
            <a:spLocks xmlns:a="http://schemas.openxmlformats.org/drawingml/2006/main" noGrp="1"/>
          </p:cNvSpPr>
          <p:nvPr/>
        </p:nvSpPr>
        <p:spPr>
          <a:xfrm xmlns:a="http://schemas.openxmlformats.org/drawingml/2006/main">
            <a:off x="7277100" y="3082671"/>
            <a:ext cx="5810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جُرب</a:t>
            </a:r>
          </a:p>
        </p:txBody>
      </p:sp>
      <p:sp>
        <p:nvSpPr>
          <p:cNvPr id="15" name="">
            <a:extLst xmlns:a="http://schemas.openxmlformats.org/drawingml/2006/main">
              <a:ext uri="{FF2B5EF4-FFF2-40B4-BE49-F238E27FC236}">
                <a16:creationId xmlns:a16="http://schemas.microsoft.com/office/drawing/2014/main" id="{B8019908-E7CC-40B3-8474-13A9E4D76185}"/>
              </a:ext>
            </a:extLst>
          </p:cNvPr>
          <p:cNvSpPr>
            <a:spLocks xmlns:a="http://schemas.openxmlformats.org/drawingml/2006/main" noGrp="1"/>
          </p:cNvSpPr>
          <p:nvPr/>
        </p:nvSpPr>
        <p:spPr>
          <a:xfrm xmlns:a="http://schemas.openxmlformats.org/drawingml/2006/main">
            <a:off x="6743700" y="3082671"/>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فعليًا</a:t>
            </a:r>
          </a:p>
        </p:txBody>
      </p:sp>
      <p:sp>
        <p:nvSpPr>
          <p:cNvPr id="16" name="">
            <a:extLst xmlns:a="http://schemas.openxmlformats.org/drawingml/2006/main">
              <a:ext uri="{FF2B5EF4-FFF2-40B4-BE49-F238E27FC236}">
                <a16:creationId xmlns:a16="http://schemas.microsoft.com/office/drawing/2014/main" id="{F2008F3C-670D-4790-B92A-5575914E46B5}"/>
              </a:ext>
            </a:extLst>
          </p:cNvPr>
          <p:cNvSpPr>
            <a:spLocks xmlns:a="http://schemas.openxmlformats.org/drawingml/2006/main" noGrp="1"/>
          </p:cNvSpPr>
          <p:nvPr/>
        </p:nvSpPr>
        <p:spPr>
          <a:xfrm xmlns:a="http://schemas.openxmlformats.org/drawingml/2006/main">
            <a:off x="10868025" y="3698367"/>
            <a:ext cx="371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٥٦</a:t>
            </a:r>
          </a:p>
        </p:txBody>
      </p:sp>
      <p:sp>
        <p:nvSpPr>
          <p:cNvPr id="17" name="">
            <a:extLst xmlns:a="http://schemas.openxmlformats.org/drawingml/2006/main">
              <a:ext uri="{FF2B5EF4-FFF2-40B4-BE49-F238E27FC236}">
                <a16:creationId xmlns:a16="http://schemas.microsoft.com/office/drawing/2014/main" id="{86C334DE-1FC2-4267-8455-4097C401FDAB}"/>
              </a:ext>
            </a:extLst>
          </p:cNvPr>
          <p:cNvSpPr>
            <a:spLocks xmlns:a="http://schemas.openxmlformats.org/drawingml/2006/main" noGrp="1"/>
          </p:cNvSpPr>
          <p:nvPr/>
        </p:nvSpPr>
        <p:spPr>
          <a:xfrm xmlns:a="http://schemas.openxmlformats.org/drawingml/2006/main">
            <a:off x="10086975" y="3698367"/>
            <a:ext cx="704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اختبارًا</a:t>
            </a:r>
          </a:p>
        </p:txBody>
      </p:sp>
      <p:sp>
        <p:nvSpPr>
          <p:cNvPr id="18" name="">
            <a:extLst xmlns:a="http://schemas.openxmlformats.org/drawingml/2006/main">
              <a:ext uri="{FF2B5EF4-FFF2-40B4-BE49-F238E27FC236}">
                <a16:creationId xmlns:a16="http://schemas.microsoft.com/office/drawing/2014/main" id="{141F92BC-628C-4FCC-970D-3C83DDA85A61}"/>
              </a:ext>
            </a:extLst>
          </p:cNvPr>
          <p:cNvSpPr>
            <a:spLocks xmlns:a="http://schemas.openxmlformats.org/drawingml/2006/main" noGrp="1"/>
          </p:cNvSpPr>
          <p:nvPr/>
        </p:nvSpPr>
        <p:spPr>
          <a:xfrm xmlns:a="http://schemas.openxmlformats.org/drawingml/2006/main">
            <a:off x="9420225" y="3698367"/>
            <a:ext cx="590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ناجحًا</a:t>
            </a:r>
          </a:p>
        </p:txBody>
      </p:sp>
      <p:sp>
        <p:nvSpPr>
          <p:cNvPr id="19" name="">
            <a:extLst xmlns:a="http://schemas.openxmlformats.org/drawingml/2006/main">
              <a:ext uri="{FF2B5EF4-FFF2-40B4-BE49-F238E27FC236}">
                <a16:creationId xmlns:a16="http://schemas.microsoft.com/office/drawing/2014/main" id="{66535BC9-EDF7-4458-B793-E798580B4BEE}"/>
              </a:ext>
            </a:extLst>
          </p:cNvPr>
          <p:cNvSpPr>
            <a:spLocks xmlns:a="http://schemas.openxmlformats.org/drawingml/2006/main" noGrp="1"/>
          </p:cNvSpPr>
          <p:nvPr/>
        </p:nvSpPr>
        <p:spPr>
          <a:xfrm xmlns:a="http://schemas.openxmlformats.org/drawingml/2006/main">
            <a:off x="8582025" y="3698367"/>
            <a:ext cx="76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وفحص</a:t>
            </a:r>
          </a:p>
        </p:txBody>
      </p:sp>
      <p:sp>
        <p:nvSpPr>
          <p:cNvPr id="20" name="">
            <a:extLst xmlns:a="http://schemas.openxmlformats.org/drawingml/2006/main">
              <a:ext uri="{FF2B5EF4-FFF2-40B4-BE49-F238E27FC236}">
                <a16:creationId xmlns:a16="http://schemas.microsoft.com/office/drawing/2014/main" id="{EACD9752-0C52-475B-974B-EDB68C19A729}"/>
              </a:ext>
            </a:extLst>
          </p:cNvPr>
          <p:cNvSpPr>
            <a:spLocks xmlns:a="http://schemas.openxmlformats.org/drawingml/2006/main" noGrp="1"/>
          </p:cNvSpPr>
          <p:nvPr/>
        </p:nvSpPr>
        <p:spPr>
          <a:xfrm xmlns:a="http://schemas.openxmlformats.org/drawingml/2006/main">
            <a:off x="7639050" y="3698367"/>
            <a:ext cx="8667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للمتصفح</a:t>
            </a:r>
          </a:p>
        </p:txBody>
      </p:sp>
      <p:sp>
        <p:nvSpPr>
          <p:cNvPr id="21" name="">
            <a:extLst xmlns:a="http://schemas.openxmlformats.org/drawingml/2006/main">
              <a:ext uri="{FF2B5EF4-FFF2-40B4-BE49-F238E27FC236}">
                <a16:creationId xmlns:a16="http://schemas.microsoft.com/office/drawing/2014/main" id="{48B0398B-11C1-4216-AFFD-38AE02DD6527}"/>
              </a:ext>
            </a:extLst>
          </p:cNvPr>
          <p:cNvSpPr>
            <a:spLocks xmlns:a="http://schemas.openxmlformats.org/drawingml/2006/main" noGrp="1"/>
          </p:cNvSpPr>
          <p:nvPr/>
        </p:nvSpPr>
        <p:spPr>
          <a:xfrm xmlns:a="http://schemas.openxmlformats.org/drawingml/2006/main">
            <a:off x="6743700" y="3698367"/>
            <a:ext cx="819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والجوال</a:t>
            </a:r>
          </a:p>
        </p:txBody>
      </p:sp>
      <p:sp>
        <p:nvSpPr>
          <p:cNvPr id="22" name="">
            <a:extLst xmlns:a="http://schemas.openxmlformats.org/drawingml/2006/main">
              <a:ext uri="{FF2B5EF4-FFF2-40B4-BE49-F238E27FC236}">
                <a16:creationId xmlns:a16="http://schemas.microsoft.com/office/drawing/2014/main" id="{C628B5F5-C5BC-41B7-A113-12019CCE73F2}"/>
              </a:ext>
            </a:extLst>
          </p:cNvPr>
          <p:cNvSpPr>
            <a:spLocks xmlns:a="http://schemas.openxmlformats.org/drawingml/2006/main" noGrp="1"/>
          </p:cNvSpPr>
          <p:nvPr/>
        </p:nvSpPr>
        <p:spPr>
          <a:xfrm xmlns:a="http://schemas.openxmlformats.org/drawingml/2006/main">
            <a:off x="1019175" y="6267450"/>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80979C"/>
                </a:solidFill>
                <a:latin typeface="Arial"/>
                <a:ea typeface="Arial"/>
                <a:cs typeface="Arial"/>
              </a:defRPr>
            </a:pPr>
            <a:r>
              <a:rPr sz="1350" b="0">
                <a:solidFill>
                  <a:srgbClr val="80979C"/>
                </a:solidFill>
                <a:latin typeface="Arial"/>
                <a:ea typeface="Arial"/>
                <a:cs typeface="Arial"/>
              </a:rPr>
              <a:t>10</a:t>
            </a:r>
          </a:p>
        </p:txBody>
      </p:sp>
      <p:sp>
        <p:nvSpPr>
          <p:cNvPr id="23" name="">
            <a:extLst xmlns:a="http://schemas.openxmlformats.org/drawingml/2006/main">
              <a:ext uri="{FF2B5EF4-FFF2-40B4-BE49-F238E27FC236}">
                <a16:creationId xmlns:a16="http://schemas.microsoft.com/office/drawing/2014/main" id="{C26677FA-FC05-44FA-ABA0-1F9D3BD28F3B}"/>
              </a:ext>
            </a:extLst>
          </p:cNvPr>
          <p:cNvSpPr>
            <a:spLocks xmlns:a="http://schemas.openxmlformats.org/drawingml/2006/main" noGrp="1"/>
          </p:cNvSpPr>
          <p:nvPr/>
        </p:nvSpPr>
        <p:spPr>
          <a:xfrm xmlns:a="http://schemas.openxmlformats.org/drawingml/2006/main">
            <a:off x="11096625" y="6238875"/>
            <a:ext cx="333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b="1">
                <a:solidFill>
                  <a:srgbClr val="10756B"/>
                </a:solidFill>
                <a:latin typeface="Arial"/>
                <a:ea typeface="Arial"/>
                <a:cs typeface="Arial"/>
              </a:defRPr>
            </a:pPr>
            <a:r>
              <a:rPr sz="1800" b="1">
                <a:solidFill>
                  <a:srgbClr val="10756B"/>
                </a:solidFill>
                <a:latin typeface="Arial"/>
                <a:ea typeface="Arial"/>
                <a:cs typeface="Arial"/>
              </a:rPr>
              <a:t>سَنَد</a:t>
            </a:r>
          </a:p>
        </p:txBody>
      </p:sp>
    </p:spTree>
    <p:extLst>
      <p:ext uri="{BB962C8B-B14F-4D97-AF65-F5344CB8AC3E}">
        <p14:creationId xmlns:p14="http://schemas.microsoft.com/office/powerpoint/2010/main" val="1458931343"/>
      </p:ext>
    </p:extLst>
  </p:cSld>
</p:sld>
</file>

<file path=ppt/slides/slide11.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991A6353-92F0-4E1D-B5DC-2BC990F7ED1E}"/>
              </a:ext>
            </a:extLst>
          </p:cNvPr>
          <p:cNvSpPr>
            <a:spLocks xmlns:a="http://schemas.openxmlformats.org/drawingml/2006/main" noGrp="1"/>
          </p:cNvSpPr>
          <p:nvPr/>
        </p:nvSpPr>
        <p:spPr>
          <a:xfrm xmlns:a="http://schemas.openxmlformats.org/drawingml/2006/main">
            <a:off x="10963275" y="590550"/>
            <a:ext cx="46672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تجربة</a:t>
            </a:r>
          </a:p>
        </p:txBody>
      </p:sp>
      <p:sp>
        <p:nvSpPr>
          <p:cNvPr id="2" name="">
            <a:extLst xmlns:a="http://schemas.openxmlformats.org/drawingml/2006/main">
              <a:ext uri="{FF2B5EF4-FFF2-40B4-BE49-F238E27FC236}">
                <a16:creationId xmlns:a16="http://schemas.microsoft.com/office/drawing/2014/main" id="{458C144E-B02B-4897-8C50-B0D5A3273CD6}"/>
              </a:ext>
            </a:extLst>
          </p:cNvPr>
          <p:cNvSpPr>
            <a:spLocks xmlns:a="http://schemas.openxmlformats.org/drawingml/2006/main" noGrp="1"/>
          </p:cNvSpPr>
          <p:nvPr/>
        </p:nvSpPr>
        <p:spPr>
          <a:xfrm xmlns:a="http://schemas.openxmlformats.org/drawingml/2006/main">
            <a:off x="10356056" y="590550"/>
            <a:ext cx="55245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مقترحة</a:t>
            </a:r>
          </a:p>
        </p:txBody>
      </p:sp>
      <p:sp>
        <p:nvSpPr>
          <p:cNvPr id="3" name="">
            <a:extLst xmlns:a="http://schemas.openxmlformats.org/drawingml/2006/main">
              <a:ext uri="{FF2B5EF4-FFF2-40B4-BE49-F238E27FC236}">
                <a16:creationId xmlns:a16="http://schemas.microsoft.com/office/drawing/2014/main" id="{4B2DA9AF-59DF-41C6-A4C9-9A60AA281F52}"/>
              </a:ext>
            </a:extLst>
          </p:cNvPr>
          <p:cNvSpPr>
            <a:spLocks xmlns:a="http://schemas.openxmlformats.org/drawingml/2006/main" noGrp="1"/>
          </p:cNvSpPr>
          <p:nvPr/>
        </p:nvSpPr>
        <p:spPr>
          <a:xfrm xmlns:a="http://schemas.openxmlformats.org/drawingml/2006/main">
            <a:off x="9958388" y="590550"/>
            <a:ext cx="34290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على</a:t>
            </a:r>
          </a:p>
        </p:txBody>
      </p:sp>
      <p:sp>
        <p:nvSpPr>
          <p:cNvPr id="4" name="">
            <a:extLst xmlns:a="http://schemas.openxmlformats.org/drawingml/2006/main">
              <a:ext uri="{FF2B5EF4-FFF2-40B4-BE49-F238E27FC236}">
                <a16:creationId xmlns:a16="http://schemas.microsoft.com/office/drawing/2014/main" id="{679E7CD3-9F4C-4647-BB69-EBBDA1BC3ABF}"/>
              </a:ext>
            </a:extLst>
          </p:cNvPr>
          <p:cNvSpPr>
            <a:spLocks xmlns:a="http://schemas.openxmlformats.org/drawingml/2006/main" noGrp="1"/>
          </p:cNvSpPr>
          <p:nvPr/>
        </p:nvSpPr>
        <p:spPr>
          <a:xfrm xmlns:a="http://schemas.openxmlformats.org/drawingml/2006/main">
            <a:off x="9617869" y="590550"/>
            <a:ext cx="28575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٣٠</a:t>
            </a:r>
          </a:p>
        </p:txBody>
      </p:sp>
      <p:sp>
        <p:nvSpPr>
          <p:cNvPr id="5" name="">
            <a:extLst xmlns:a="http://schemas.openxmlformats.org/drawingml/2006/main">
              <a:ext uri="{FF2B5EF4-FFF2-40B4-BE49-F238E27FC236}">
                <a16:creationId xmlns:a16="http://schemas.microsoft.com/office/drawing/2014/main" id="{9B35E801-A949-46A7-A0F7-598C4BB5A4F0}"/>
              </a:ext>
            </a:extLst>
          </p:cNvPr>
          <p:cNvSpPr>
            <a:spLocks xmlns:a="http://schemas.openxmlformats.org/drawingml/2006/main" noGrp="1"/>
          </p:cNvSpPr>
          <p:nvPr/>
        </p:nvSpPr>
        <p:spPr>
          <a:xfrm xmlns:a="http://schemas.openxmlformats.org/drawingml/2006/main">
            <a:off x="9267825" y="590550"/>
            <a:ext cx="29527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ملفًا</a:t>
            </a:r>
          </a:p>
        </p:txBody>
      </p:sp>
      <p:sp>
        <p:nvSpPr>
          <p:cNvPr id="6" name="">
            <a:extLst xmlns:a="http://schemas.openxmlformats.org/drawingml/2006/main">
              <a:ext uri="{FF2B5EF4-FFF2-40B4-BE49-F238E27FC236}">
                <a16:creationId xmlns:a16="http://schemas.microsoft.com/office/drawing/2014/main" id="{874F72CB-ED1C-47FB-A4FC-7CBD60FCB637}"/>
              </a:ext>
            </a:extLst>
          </p:cNvPr>
          <p:cNvSpPr>
            <a:spLocks xmlns:a="http://schemas.openxmlformats.org/drawingml/2006/main" noGrp="1"/>
          </p:cNvSpPr>
          <p:nvPr/>
        </p:nvSpPr>
        <p:spPr>
          <a:xfrm xmlns:a="http://schemas.openxmlformats.org/drawingml/2006/main">
            <a:off x="8479631" y="590550"/>
            <a:ext cx="73342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اصطناعيًا</a:t>
            </a:r>
          </a:p>
        </p:txBody>
      </p:sp>
      <p:sp>
        <p:nvSpPr>
          <p:cNvPr id="7" name="">
            <a:extLst xmlns:a="http://schemas.openxmlformats.org/drawingml/2006/main">
              <a:ext uri="{FF2B5EF4-FFF2-40B4-BE49-F238E27FC236}">
                <a16:creationId xmlns:a16="http://schemas.microsoft.com/office/drawing/2014/main" id="{DE9E283E-13F9-4374-99D3-DF43BD2C170C}"/>
              </a:ext>
            </a:extLst>
          </p:cNvPr>
          <p:cNvSpPr>
            <a:spLocks xmlns:a="http://schemas.openxmlformats.org/drawingml/2006/main" noGrp="1"/>
          </p:cNvSpPr>
          <p:nvPr/>
        </p:nvSpPr>
        <p:spPr>
          <a:xfrm xmlns:a="http://schemas.openxmlformats.org/drawingml/2006/main">
            <a:off x="10582275" y="1200150"/>
            <a:ext cx="84772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قياس</a:t>
            </a:r>
          </a:p>
        </p:txBody>
      </p:sp>
      <p:sp>
        <p:nvSpPr>
          <p:cNvPr id="8" name="">
            <a:extLst xmlns:a="http://schemas.openxmlformats.org/drawingml/2006/main">
              <a:ext uri="{FF2B5EF4-FFF2-40B4-BE49-F238E27FC236}">
                <a16:creationId xmlns:a16="http://schemas.microsoft.com/office/drawing/2014/main" id="{716EB57F-D619-47D6-9C8F-5D6FFFEB7F3E}"/>
              </a:ext>
            </a:extLst>
          </p:cNvPr>
          <p:cNvSpPr>
            <a:spLocks xmlns:a="http://schemas.openxmlformats.org/drawingml/2006/main" noGrp="1"/>
          </p:cNvSpPr>
          <p:nvPr/>
        </p:nvSpPr>
        <p:spPr>
          <a:xfrm xmlns:a="http://schemas.openxmlformats.org/drawingml/2006/main">
            <a:off x="9760744" y="1200150"/>
            <a:ext cx="704850"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الأثر</a:t>
            </a:r>
          </a:p>
        </p:txBody>
      </p:sp>
      <p:sp>
        <p:nvSpPr>
          <p:cNvPr id="9" name="">
            <a:extLst xmlns:a="http://schemas.openxmlformats.org/drawingml/2006/main">
              <a:ext uri="{FF2B5EF4-FFF2-40B4-BE49-F238E27FC236}">
                <a16:creationId xmlns:a16="http://schemas.microsoft.com/office/drawing/2014/main" id="{BB36FED2-F5A3-4FC9-BB8F-163D5D0A0DB5}"/>
              </a:ext>
            </a:extLst>
          </p:cNvPr>
          <p:cNvSpPr>
            <a:spLocks xmlns:a="http://schemas.openxmlformats.org/drawingml/2006/main" noGrp="1"/>
          </p:cNvSpPr>
          <p:nvPr/>
        </p:nvSpPr>
        <p:spPr>
          <a:xfrm xmlns:a="http://schemas.openxmlformats.org/drawingml/2006/main">
            <a:off x="10753725" y="2466975"/>
            <a:ext cx="4857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زمن</a:t>
            </a:r>
          </a:p>
        </p:txBody>
      </p:sp>
      <p:sp>
        <p:nvSpPr>
          <p:cNvPr id="10" name="">
            <a:extLst xmlns:a="http://schemas.openxmlformats.org/drawingml/2006/main">
              <a:ext uri="{FF2B5EF4-FFF2-40B4-BE49-F238E27FC236}">
                <a16:creationId xmlns:a16="http://schemas.microsoft.com/office/drawing/2014/main" id="{3EEBE76B-1BA0-4CC9-BDDD-3C96BDB5AC60}"/>
              </a:ext>
            </a:extLst>
          </p:cNvPr>
          <p:cNvSpPr>
            <a:spLocks xmlns:a="http://schemas.openxmlformats.org/drawingml/2006/main" noGrp="1"/>
          </p:cNvSpPr>
          <p:nvPr/>
        </p:nvSpPr>
        <p:spPr>
          <a:xfrm xmlns:a="http://schemas.openxmlformats.org/drawingml/2006/main">
            <a:off x="10020300" y="2466975"/>
            <a:ext cx="6572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العثور</a:t>
            </a:r>
          </a:p>
        </p:txBody>
      </p:sp>
      <p:sp>
        <p:nvSpPr>
          <p:cNvPr id="11" name="">
            <a:extLst xmlns:a="http://schemas.openxmlformats.org/drawingml/2006/main">
              <a:ext uri="{FF2B5EF4-FFF2-40B4-BE49-F238E27FC236}">
                <a16:creationId xmlns:a16="http://schemas.microsoft.com/office/drawing/2014/main" id="{55E0BD88-A172-4570-806E-E67761860256}"/>
              </a:ext>
            </a:extLst>
          </p:cNvPr>
          <p:cNvSpPr>
            <a:spLocks xmlns:a="http://schemas.openxmlformats.org/drawingml/2006/main" noGrp="1"/>
          </p:cNvSpPr>
          <p:nvPr/>
        </p:nvSpPr>
        <p:spPr>
          <a:xfrm xmlns:a="http://schemas.openxmlformats.org/drawingml/2006/main">
            <a:off x="9486900" y="2466975"/>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على</a:t>
            </a:r>
          </a:p>
        </p:txBody>
      </p:sp>
      <p:sp>
        <p:nvSpPr>
          <p:cNvPr id="12" name="">
            <a:extLst xmlns:a="http://schemas.openxmlformats.org/drawingml/2006/main">
              <a:ext uri="{FF2B5EF4-FFF2-40B4-BE49-F238E27FC236}">
                <a16:creationId xmlns:a16="http://schemas.microsoft.com/office/drawing/2014/main" id="{9D24117E-BA4D-4322-98C2-F46A0FF776B4}"/>
              </a:ext>
            </a:extLst>
          </p:cNvPr>
          <p:cNvSpPr>
            <a:spLocks xmlns:a="http://schemas.openxmlformats.org/drawingml/2006/main" noGrp="1"/>
          </p:cNvSpPr>
          <p:nvPr/>
        </p:nvSpPr>
        <p:spPr>
          <a:xfrm xmlns:a="http://schemas.openxmlformats.org/drawingml/2006/main">
            <a:off x="8724900" y="2466975"/>
            <a:ext cx="685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النسخة</a:t>
            </a:r>
          </a:p>
        </p:txBody>
      </p:sp>
      <p:sp>
        <p:nvSpPr>
          <p:cNvPr id="13" name="">
            <a:extLst xmlns:a="http://schemas.openxmlformats.org/drawingml/2006/main">
              <a:ext uri="{FF2B5EF4-FFF2-40B4-BE49-F238E27FC236}">
                <a16:creationId xmlns:a16="http://schemas.microsoft.com/office/drawing/2014/main" id="{4CC2BB3E-FC92-476F-BCE0-CABDE7F883F7}"/>
              </a:ext>
            </a:extLst>
          </p:cNvPr>
          <p:cNvSpPr>
            <a:spLocks xmlns:a="http://schemas.openxmlformats.org/drawingml/2006/main" noGrp="1"/>
          </p:cNvSpPr>
          <p:nvPr/>
        </p:nvSpPr>
        <p:spPr>
          <a:xfrm xmlns:a="http://schemas.openxmlformats.org/drawingml/2006/main">
            <a:off x="7886700" y="2466975"/>
            <a:ext cx="76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وتجهيز</a:t>
            </a:r>
          </a:p>
        </p:txBody>
      </p:sp>
      <p:sp>
        <p:nvSpPr>
          <p:cNvPr id="14" name="">
            <a:extLst xmlns:a="http://schemas.openxmlformats.org/drawingml/2006/main">
              <a:ext uri="{FF2B5EF4-FFF2-40B4-BE49-F238E27FC236}">
                <a16:creationId xmlns:a16="http://schemas.microsoft.com/office/drawing/2014/main" id="{558CB9B5-1317-4220-B610-271F0502DFF1}"/>
              </a:ext>
            </a:extLst>
          </p:cNvPr>
          <p:cNvSpPr>
            <a:spLocks xmlns:a="http://schemas.openxmlformats.org/drawingml/2006/main" noGrp="1"/>
          </p:cNvSpPr>
          <p:nvPr/>
        </p:nvSpPr>
        <p:spPr>
          <a:xfrm xmlns:a="http://schemas.openxmlformats.org/drawingml/2006/main">
            <a:off x="7086600" y="2466975"/>
            <a:ext cx="723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الحزمة</a:t>
            </a:r>
          </a:p>
        </p:txBody>
      </p:sp>
      <p:sp>
        <p:nvSpPr>
          <p:cNvPr id="15" name="">
            <a:extLst xmlns:a="http://schemas.openxmlformats.org/drawingml/2006/main">
              <a:ext uri="{FF2B5EF4-FFF2-40B4-BE49-F238E27FC236}">
                <a16:creationId xmlns:a16="http://schemas.microsoft.com/office/drawing/2014/main" id="{57160AD4-A250-4A69-9D3E-17B696D74763}"/>
              </a:ext>
            </a:extLst>
          </p:cNvPr>
          <p:cNvSpPr>
            <a:spLocks xmlns:a="http://schemas.openxmlformats.org/drawingml/2006/main" noGrp="1"/>
          </p:cNvSpPr>
          <p:nvPr/>
        </p:nvSpPr>
        <p:spPr>
          <a:xfrm xmlns:a="http://schemas.openxmlformats.org/drawingml/2006/main">
            <a:off x="10887075" y="3082671"/>
            <a:ext cx="3524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دقة</a:t>
            </a:r>
          </a:p>
        </p:txBody>
      </p:sp>
      <p:sp>
        <p:nvSpPr>
          <p:cNvPr id="16" name="">
            <a:extLst xmlns:a="http://schemas.openxmlformats.org/drawingml/2006/main">
              <a:ext uri="{FF2B5EF4-FFF2-40B4-BE49-F238E27FC236}">
                <a16:creationId xmlns:a16="http://schemas.microsoft.com/office/drawing/2014/main" id="{5A6825E2-B8E0-41AD-8548-5C3F812AD412}"/>
              </a:ext>
            </a:extLst>
          </p:cNvPr>
          <p:cNvSpPr>
            <a:spLocks xmlns:a="http://schemas.openxmlformats.org/drawingml/2006/main" noGrp="1"/>
          </p:cNvSpPr>
          <p:nvPr/>
        </p:nvSpPr>
        <p:spPr>
          <a:xfrm xmlns:a="http://schemas.openxmlformats.org/drawingml/2006/main">
            <a:off x="10106025" y="3082671"/>
            <a:ext cx="704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الحقول</a:t>
            </a:r>
          </a:p>
        </p:txBody>
      </p:sp>
      <p:sp>
        <p:nvSpPr>
          <p:cNvPr id="17" name="">
            <a:extLst xmlns:a="http://schemas.openxmlformats.org/drawingml/2006/main">
              <a:ext uri="{FF2B5EF4-FFF2-40B4-BE49-F238E27FC236}">
                <a16:creationId xmlns:a16="http://schemas.microsoft.com/office/drawing/2014/main" id="{0565AF35-08BC-47A0-9CB8-455095DE2FB1}"/>
              </a:ext>
            </a:extLst>
          </p:cNvPr>
          <p:cNvSpPr>
            <a:spLocks xmlns:a="http://schemas.openxmlformats.org/drawingml/2006/main" noGrp="1"/>
          </p:cNvSpPr>
          <p:nvPr/>
        </p:nvSpPr>
        <p:spPr>
          <a:xfrm xmlns:a="http://schemas.openxmlformats.org/drawingml/2006/main">
            <a:off x="9315450" y="3082671"/>
            <a:ext cx="714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وصحة</a:t>
            </a:r>
          </a:p>
        </p:txBody>
      </p:sp>
      <p:sp>
        <p:nvSpPr>
          <p:cNvPr id="18" name="">
            <a:extLst xmlns:a="http://schemas.openxmlformats.org/drawingml/2006/main">
              <a:ext uri="{FF2B5EF4-FFF2-40B4-BE49-F238E27FC236}">
                <a16:creationId xmlns:a16="http://schemas.microsoft.com/office/drawing/2014/main" id="{07AD3168-4A7E-4143-820E-D6C3DF228931}"/>
              </a:ext>
            </a:extLst>
          </p:cNvPr>
          <p:cNvSpPr>
            <a:spLocks xmlns:a="http://schemas.openxmlformats.org/drawingml/2006/main" noGrp="1"/>
          </p:cNvSpPr>
          <p:nvPr/>
        </p:nvSpPr>
        <p:spPr>
          <a:xfrm xmlns:a="http://schemas.openxmlformats.org/drawingml/2006/main">
            <a:off x="8429625" y="3082671"/>
            <a:ext cx="809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المراجع</a:t>
            </a:r>
          </a:p>
        </p:txBody>
      </p:sp>
      <p:sp>
        <p:nvSpPr>
          <p:cNvPr id="19" name="">
            <a:extLst xmlns:a="http://schemas.openxmlformats.org/drawingml/2006/main">
              <a:ext uri="{FF2B5EF4-FFF2-40B4-BE49-F238E27FC236}">
                <a16:creationId xmlns:a16="http://schemas.microsoft.com/office/drawing/2014/main" id="{4AD245D2-04D9-4F06-8D01-E590764783E7}"/>
              </a:ext>
            </a:extLst>
          </p:cNvPr>
          <p:cNvSpPr>
            <a:spLocks xmlns:a="http://schemas.openxmlformats.org/drawingml/2006/main" noGrp="1"/>
          </p:cNvSpPr>
          <p:nvPr/>
        </p:nvSpPr>
        <p:spPr>
          <a:xfrm xmlns:a="http://schemas.openxmlformats.org/drawingml/2006/main">
            <a:off x="10734675" y="3698367"/>
            <a:ext cx="5048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الأثر</a:t>
            </a:r>
          </a:p>
        </p:txBody>
      </p:sp>
      <p:sp>
        <p:nvSpPr>
          <p:cNvPr id="20" name="">
            <a:extLst xmlns:a="http://schemas.openxmlformats.org/drawingml/2006/main">
              <a:ext uri="{FF2B5EF4-FFF2-40B4-BE49-F238E27FC236}">
                <a16:creationId xmlns:a16="http://schemas.microsoft.com/office/drawing/2014/main" id="{B5DAC41B-70D9-45B5-825C-02B074335783}"/>
              </a:ext>
            </a:extLst>
          </p:cNvPr>
          <p:cNvSpPr>
            <a:spLocks xmlns:a="http://schemas.openxmlformats.org/drawingml/2006/main" noGrp="1"/>
          </p:cNvSpPr>
          <p:nvPr/>
        </p:nvSpPr>
        <p:spPr>
          <a:xfrm xmlns:a="http://schemas.openxmlformats.org/drawingml/2006/main">
            <a:off x="10201275" y="3698367"/>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على</a:t>
            </a:r>
          </a:p>
        </p:txBody>
      </p:sp>
      <p:sp>
        <p:nvSpPr>
          <p:cNvPr id="21" name="">
            <a:extLst xmlns:a="http://schemas.openxmlformats.org/drawingml/2006/main">
              <a:ext uri="{FF2B5EF4-FFF2-40B4-BE49-F238E27FC236}">
                <a16:creationId xmlns:a16="http://schemas.microsoft.com/office/drawing/2014/main" id="{A44D0080-935D-47F2-A1D7-FCD827D7CB86}"/>
              </a:ext>
            </a:extLst>
          </p:cNvPr>
          <p:cNvSpPr>
            <a:spLocks xmlns:a="http://schemas.openxmlformats.org/drawingml/2006/main" noGrp="1"/>
          </p:cNvSpPr>
          <p:nvPr/>
        </p:nvSpPr>
        <p:spPr>
          <a:xfrm xmlns:a="http://schemas.openxmlformats.org/drawingml/2006/main">
            <a:off x="9344025" y="3698367"/>
            <a:ext cx="781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التوقيف</a:t>
            </a:r>
          </a:p>
        </p:txBody>
      </p:sp>
      <p:sp>
        <p:nvSpPr>
          <p:cNvPr id="22" name="">
            <a:extLst xmlns:a="http://schemas.openxmlformats.org/drawingml/2006/main">
              <a:ext uri="{FF2B5EF4-FFF2-40B4-BE49-F238E27FC236}">
                <a16:creationId xmlns:a16="http://schemas.microsoft.com/office/drawing/2014/main" id="{A3C65A70-E902-4CBC-B7E3-608F1F506E12}"/>
              </a:ext>
            </a:extLst>
          </p:cNvPr>
          <p:cNvSpPr>
            <a:spLocks xmlns:a="http://schemas.openxmlformats.org/drawingml/2006/main" noGrp="1"/>
          </p:cNvSpPr>
          <p:nvPr/>
        </p:nvSpPr>
        <p:spPr>
          <a:xfrm xmlns:a="http://schemas.openxmlformats.org/drawingml/2006/main">
            <a:off x="8505825" y="3698367"/>
            <a:ext cx="76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والتكلفة</a:t>
            </a:r>
          </a:p>
        </p:txBody>
      </p:sp>
      <p:sp>
        <p:nvSpPr>
          <p:cNvPr id="23" name="">
            <a:extLst xmlns:a="http://schemas.openxmlformats.org/drawingml/2006/main">
              <a:ext uri="{FF2B5EF4-FFF2-40B4-BE49-F238E27FC236}">
                <a16:creationId xmlns:a16="http://schemas.microsoft.com/office/drawing/2014/main" id="{801C2224-C370-4E63-9192-8A7174945672}"/>
              </a:ext>
            </a:extLst>
          </p:cNvPr>
          <p:cNvSpPr>
            <a:spLocks xmlns:a="http://schemas.openxmlformats.org/drawingml/2006/main" noGrp="1"/>
          </p:cNvSpPr>
          <p:nvPr/>
        </p:nvSpPr>
        <p:spPr>
          <a:xfrm xmlns:a="http://schemas.openxmlformats.org/drawingml/2006/main">
            <a:off x="7829550" y="3698367"/>
            <a:ext cx="6000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يحتاج</a:t>
            </a:r>
          </a:p>
        </p:txBody>
      </p:sp>
      <p:sp>
        <p:nvSpPr>
          <p:cNvPr id="24" name="">
            <a:extLst xmlns:a="http://schemas.openxmlformats.org/drawingml/2006/main">
              <a:ext uri="{FF2B5EF4-FFF2-40B4-BE49-F238E27FC236}">
                <a16:creationId xmlns:a16="http://schemas.microsoft.com/office/drawing/2014/main" id="{D1D9EF61-AB6B-4561-9A6A-276AA6B7AD10}"/>
              </a:ext>
            </a:extLst>
          </p:cNvPr>
          <p:cNvSpPr>
            <a:spLocks xmlns:a="http://schemas.openxmlformats.org/drawingml/2006/main" noGrp="1"/>
          </p:cNvSpPr>
          <p:nvPr/>
        </p:nvSpPr>
        <p:spPr>
          <a:xfrm xmlns:a="http://schemas.openxmlformats.org/drawingml/2006/main">
            <a:off x="7239000" y="3698367"/>
            <a:ext cx="514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قياسًا</a:t>
            </a:r>
          </a:p>
        </p:txBody>
      </p:sp>
      <p:sp>
        <p:nvSpPr>
          <p:cNvPr id="25" name="">
            <a:extLst xmlns:a="http://schemas.openxmlformats.org/drawingml/2006/main">
              <a:ext uri="{FF2B5EF4-FFF2-40B4-BE49-F238E27FC236}">
                <a16:creationId xmlns:a16="http://schemas.microsoft.com/office/drawing/2014/main" id="{4E1AFEE8-9F6E-4AB3-8B3C-B2313926D2F9}"/>
              </a:ext>
            </a:extLst>
          </p:cNvPr>
          <p:cNvSpPr>
            <a:spLocks xmlns:a="http://schemas.openxmlformats.org/drawingml/2006/main" noGrp="1"/>
          </p:cNvSpPr>
          <p:nvPr/>
        </p:nvSpPr>
        <p:spPr>
          <a:xfrm xmlns:a="http://schemas.openxmlformats.org/drawingml/2006/main">
            <a:off x="6534150" y="3698367"/>
            <a:ext cx="6286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ميدانيًا</a:t>
            </a:r>
          </a:p>
        </p:txBody>
      </p:sp>
      <p:sp>
        <p:nvSpPr>
          <p:cNvPr id="26" name="">
            <a:extLst xmlns:a="http://schemas.openxmlformats.org/drawingml/2006/main">
              <a:ext uri="{FF2B5EF4-FFF2-40B4-BE49-F238E27FC236}">
                <a16:creationId xmlns:a16="http://schemas.microsoft.com/office/drawing/2014/main" id="{6B9C5F7D-6071-46CD-84AF-03061D861806}"/>
              </a:ext>
            </a:extLst>
          </p:cNvPr>
          <p:cNvSpPr>
            <a:spLocks xmlns:a="http://schemas.openxmlformats.org/drawingml/2006/main" noGrp="1"/>
          </p:cNvSpPr>
          <p:nvPr/>
        </p:nvSpPr>
        <p:spPr>
          <a:xfrm xmlns:a="http://schemas.openxmlformats.org/drawingml/2006/main">
            <a:off x="1038225" y="6267450"/>
            <a:ext cx="228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80979C"/>
                </a:solidFill>
                <a:latin typeface="Arial"/>
                <a:ea typeface="Arial"/>
                <a:cs typeface="Arial"/>
              </a:defRPr>
            </a:pPr>
            <a:r>
              <a:rPr sz="1350" b="0">
                <a:solidFill>
                  <a:srgbClr val="80979C"/>
                </a:solidFill>
                <a:latin typeface="Arial"/>
                <a:ea typeface="Arial"/>
                <a:cs typeface="Arial"/>
              </a:rPr>
              <a:t>11</a:t>
            </a:r>
          </a:p>
        </p:txBody>
      </p:sp>
      <p:sp>
        <p:nvSpPr>
          <p:cNvPr id="27" name="">
            <a:extLst xmlns:a="http://schemas.openxmlformats.org/drawingml/2006/main">
              <a:ext uri="{FF2B5EF4-FFF2-40B4-BE49-F238E27FC236}">
                <a16:creationId xmlns:a16="http://schemas.microsoft.com/office/drawing/2014/main" id="{C85C6339-FF5F-4C1D-8EA5-4E903CE3A77A}"/>
              </a:ext>
            </a:extLst>
          </p:cNvPr>
          <p:cNvSpPr>
            <a:spLocks xmlns:a="http://schemas.openxmlformats.org/drawingml/2006/main" noGrp="1"/>
          </p:cNvSpPr>
          <p:nvPr/>
        </p:nvSpPr>
        <p:spPr>
          <a:xfrm xmlns:a="http://schemas.openxmlformats.org/drawingml/2006/main">
            <a:off x="11096625" y="6238875"/>
            <a:ext cx="333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b="1">
                <a:solidFill>
                  <a:srgbClr val="10756B"/>
                </a:solidFill>
                <a:latin typeface="Arial"/>
                <a:ea typeface="Arial"/>
                <a:cs typeface="Arial"/>
              </a:defRPr>
            </a:pPr>
            <a:r>
              <a:rPr sz="1800" b="1">
                <a:solidFill>
                  <a:srgbClr val="10756B"/>
                </a:solidFill>
                <a:latin typeface="Arial"/>
                <a:ea typeface="Arial"/>
                <a:cs typeface="Arial"/>
              </a:rPr>
              <a:t>سَنَد</a:t>
            </a:r>
          </a:p>
        </p:txBody>
      </p:sp>
    </p:spTree>
    <p:extLst>
      <p:ext uri="{BB962C8B-B14F-4D97-AF65-F5344CB8AC3E}">
        <p14:creationId xmlns:p14="http://schemas.microsoft.com/office/powerpoint/2010/main" val="1627735786"/>
      </p:ext>
    </p:extLst>
  </p:cSld>
</p:sld>
</file>

<file path=ppt/slides/slide12.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A2C359B2-2965-44B8-BD7C-3838453371DB}"/>
              </a:ext>
            </a:extLst>
          </p:cNvPr>
          <p:cNvSpPr>
            <a:spLocks xmlns:a="http://schemas.openxmlformats.org/drawingml/2006/main" noGrp="1"/>
          </p:cNvSpPr>
          <p:nvPr/>
        </p:nvSpPr>
        <p:spPr>
          <a:xfrm xmlns:a="http://schemas.openxmlformats.org/drawingml/2006/main">
            <a:off x="11125200" y="590550"/>
            <a:ext cx="30480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ستة</a:t>
            </a:r>
          </a:p>
        </p:txBody>
      </p:sp>
      <p:sp>
        <p:nvSpPr>
          <p:cNvPr id="2" name="">
            <a:extLst xmlns:a="http://schemas.openxmlformats.org/drawingml/2006/main">
              <a:ext uri="{FF2B5EF4-FFF2-40B4-BE49-F238E27FC236}">
                <a16:creationId xmlns:a16="http://schemas.microsoft.com/office/drawing/2014/main" id="{A7DF1DD7-D724-4267-A9B0-EE706F89BB29}"/>
              </a:ext>
            </a:extLst>
          </p:cNvPr>
          <p:cNvSpPr>
            <a:spLocks xmlns:a="http://schemas.openxmlformats.org/drawingml/2006/main" noGrp="1"/>
          </p:cNvSpPr>
          <p:nvPr/>
        </p:nvSpPr>
        <p:spPr>
          <a:xfrm xmlns:a="http://schemas.openxmlformats.org/drawingml/2006/main">
            <a:off x="10660856" y="590550"/>
            <a:ext cx="40957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أشهر</a:t>
            </a:r>
          </a:p>
        </p:txBody>
      </p:sp>
      <p:sp>
        <p:nvSpPr>
          <p:cNvPr id="3" name="">
            <a:extLst xmlns:a="http://schemas.openxmlformats.org/drawingml/2006/main">
              <a:ext uri="{FF2B5EF4-FFF2-40B4-BE49-F238E27FC236}">
                <a16:creationId xmlns:a16="http://schemas.microsoft.com/office/drawing/2014/main" id="{FF6AD6AA-B507-40AA-8097-934B64BB156D}"/>
              </a:ext>
            </a:extLst>
          </p:cNvPr>
          <p:cNvSpPr>
            <a:spLocks xmlns:a="http://schemas.openxmlformats.org/drawingml/2006/main" noGrp="1"/>
          </p:cNvSpPr>
          <p:nvPr/>
        </p:nvSpPr>
        <p:spPr>
          <a:xfrm xmlns:a="http://schemas.openxmlformats.org/drawingml/2006/main">
            <a:off x="9939338" y="590550"/>
            <a:ext cx="66675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مشروطة</a:t>
            </a:r>
          </a:p>
        </p:txBody>
      </p:sp>
      <p:sp>
        <p:nvSpPr>
          <p:cNvPr id="4" name="">
            <a:extLst xmlns:a="http://schemas.openxmlformats.org/drawingml/2006/main">
              <a:ext uri="{FF2B5EF4-FFF2-40B4-BE49-F238E27FC236}">
                <a16:creationId xmlns:a16="http://schemas.microsoft.com/office/drawing/2014/main" id="{BC39F73C-CEDB-4A97-8185-AAA583797335}"/>
              </a:ext>
            </a:extLst>
          </p:cNvPr>
          <p:cNvSpPr>
            <a:spLocks xmlns:a="http://schemas.openxmlformats.org/drawingml/2006/main" noGrp="1"/>
          </p:cNvSpPr>
          <p:nvPr/>
        </p:nvSpPr>
        <p:spPr>
          <a:xfrm xmlns:a="http://schemas.openxmlformats.org/drawingml/2006/main">
            <a:off x="9294019" y="590550"/>
            <a:ext cx="59055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بوصول</a:t>
            </a:r>
          </a:p>
        </p:txBody>
      </p:sp>
      <p:sp>
        <p:nvSpPr>
          <p:cNvPr id="5" name="">
            <a:extLst xmlns:a="http://schemas.openxmlformats.org/drawingml/2006/main">
              <a:ext uri="{FF2B5EF4-FFF2-40B4-BE49-F238E27FC236}">
                <a16:creationId xmlns:a16="http://schemas.microsoft.com/office/drawing/2014/main" id="{CED9BF63-576B-4BF8-BBB1-D91066B6608E}"/>
              </a:ext>
            </a:extLst>
          </p:cNvPr>
          <p:cNvSpPr>
            <a:spLocks xmlns:a="http://schemas.openxmlformats.org/drawingml/2006/main" noGrp="1"/>
          </p:cNvSpPr>
          <p:nvPr/>
        </p:nvSpPr>
        <p:spPr>
          <a:xfrm xmlns:a="http://schemas.openxmlformats.org/drawingml/2006/main">
            <a:off x="8801100" y="590550"/>
            <a:ext cx="43815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معتمد</a:t>
            </a:r>
          </a:p>
        </p:txBody>
      </p:sp>
      <p:sp>
        <p:nvSpPr>
          <p:cNvPr id="6" name="">
            <a:extLst xmlns:a="http://schemas.openxmlformats.org/drawingml/2006/main">
              <a:ext uri="{FF2B5EF4-FFF2-40B4-BE49-F238E27FC236}">
                <a16:creationId xmlns:a16="http://schemas.microsoft.com/office/drawing/2014/main" id="{DFAB81C1-624D-4653-89B8-4BC1B726802D}"/>
              </a:ext>
            </a:extLst>
          </p:cNvPr>
          <p:cNvSpPr>
            <a:spLocks xmlns:a="http://schemas.openxmlformats.org/drawingml/2006/main" noGrp="1"/>
          </p:cNvSpPr>
          <p:nvPr/>
        </p:nvSpPr>
        <p:spPr>
          <a:xfrm xmlns:a="http://schemas.openxmlformats.org/drawingml/2006/main">
            <a:off x="10696575" y="1200150"/>
            <a:ext cx="73342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خطة</a:t>
            </a:r>
          </a:p>
        </p:txBody>
      </p:sp>
      <p:sp>
        <p:nvSpPr>
          <p:cNvPr id="7" name="">
            <a:extLst xmlns:a="http://schemas.openxmlformats.org/drawingml/2006/main">
              <a:ext uri="{FF2B5EF4-FFF2-40B4-BE49-F238E27FC236}">
                <a16:creationId xmlns:a16="http://schemas.microsoft.com/office/drawing/2014/main" id="{35C8007B-9C3C-4687-BF6E-2A15DBCC5BB0}"/>
              </a:ext>
            </a:extLst>
          </p:cNvPr>
          <p:cNvSpPr>
            <a:spLocks xmlns:a="http://schemas.openxmlformats.org/drawingml/2006/main" noGrp="1"/>
          </p:cNvSpPr>
          <p:nvPr/>
        </p:nvSpPr>
        <p:spPr>
          <a:xfrm xmlns:a="http://schemas.openxmlformats.org/drawingml/2006/main">
            <a:off x="9665494" y="1200150"/>
            <a:ext cx="914400"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التبني</a:t>
            </a:r>
          </a:p>
        </p:txBody>
      </p:sp>
      <p:sp>
        <p:nvSpPr>
          <p:cNvPr id="8" name="">
            <a:extLst xmlns:a="http://schemas.openxmlformats.org/drawingml/2006/main">
              <a:ext uri="{FF2B5EF4-FFF2-40B4-BE49-F238E27FC236}">
                <a16:creationId xmlns:a16="http://schemas.microsoft.com/office/drawing/2014/main" id="{85155BCE-B152-4151-B23B-8ED0382B882D}"/>
              </a:ext>
            </a:extLst>
          </p:cNvPr>
          <p:cNvSpPr>
            <a:spLocks xmlns:a="http://schemas.openxmlformats.org/drawingml/2006/main" noGrp="1"/>
          </p:cNvSpPr>
          <p:nvPr/>
        </p:nvSpPr>
        <p:spPr>
          <a:xfrm xmlns:a="http://schemas.openxmlformats.org/drawingml/2006/main">
            <a:off x="8177213" y="1200150"/>
            <a:ext cx="1371600"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المقترحة</a:t>
            </a:r>
          </a:p>
        </p:txBody>
      </p:sp>
      <p:sp>
        <p:nvSpPr>
          <p:cNvPr id="9" name="">
            <a:extLst xmlns:a="http://schemas.openxmlformats.org/drawingml/2006/main">
              <a:ext uri="{FF2B5EF4-FFF2-40B4-BE49-F238E27FC236}">
                <a16:creationId xmlns:a16="http://schemas.microsoft.com/office/drawing/2014/main" id="{835CA3A6-4340-4056-A17C-355152ED46B9}"/>
              </a:ext>
            </a:extLst>
          </p:cNvPr>
          <p:cNvSpPr>
            <a:spLocks xmlns:a="http://schemas.openxmlformats.org/drawingml/2006/main" noGrp="1"/>
          </p:cNvSpPr>
          <p:nvPr/>
        </p:nvSpPr>
        <p:spPr>
          <a:xfrm xmlns:a="http://schemas.openxmlformats.org/drawingml/2006/main">
            <a:off x="11029950" y="2466975"/>
            <a:ext cx="209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١</a:t>
            </a:r>
          </a:p>
        </p:txBody>
      </p:sp>
      <p:sp>
        <p:nvSpPr>
          <p:cNvPr id="10" name="">
            <a:extLst xmlns:a="http://schemas.openxmlformats.org/drawingml/2006/main">
              <a:ext uri="{FF2B5EF4-FFF2-40B4-BE49-F238E27FC236}">
                <a16:creationId xmlns:a16="http://schemas.microsoft.com/office/drawing/2014/main" id="{06546F48-7898-473E-BED1-CECE41A0ADDC}"/>
              </a:ext>
            </a:extLst>
          </p:cNvPr>
          <p:cNvSpPr>
            <a:spLocks xmlns:a="http://schemas.openxmlformats.org/drawingml/2006/main" noGrp="1"/>
          </p:cNvSpPr>
          <p:nvPr/>
        </p:nvSpPr>
        <p:spPr>
          <a:xfrm xmlns:a="http://schemas.openxmlformats.org/drawingml/2006/main">
            <a:off x="10906125" y="2466975"/>
            <a:ext cx="47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1" name="">
            <a:extLst xmlns:a="http://schemas.openxmlformats.org/drawingml/2006/main">
              <a:ext uri="{FF2B5EF4-FFF2-40B4-BE49-F238E27FC236}">
                <a16:creationId xmlns:a16="http://schemas.microsoft.com/office/drawing/2014/main" id="{8521480C-0670-433A-A603-E9DCD35EE2D6}"/>
              </a:ext>
            </a:extLst>
          </p:cNvPr>
          <p:cNvSpPr>
            <a:spLocks xmlns:a="http://schemas.openxmlformats.org/drawingml/2006/main" noGrp="1"/>
          </p:cNvSpPr>
          <p:nvPr/>
        </p:nvSpPr>
        <p:spPr>
          <a:xfrm xmlns:a="http://schemas.openxmlformats.org/drawingml/2006/main">
            <a:off x="10258425" y="2466975"/>
            <a:ext cx="57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تحديد</a:t>
            </a:r>
          </a:p>
        </p:txBody>
      </p:sp>
      <p:sp>
        <p:nvSpPr>
          <p:cNvPr id="12" name="">
            <a:extLst xmlns:a="http://schemas.openxmlformats.org/drawingml/2006/main">
              <a:ext uri="{FF2B5EF4-FFF2-40B4-BE49-F238E27FC236}">
                <a16:creationId xmlns:a16="http://schemas.microsoft.com/office/drawing/2014/main" id="{D367D124-3B24-4060-B69E-0CEB32102365}"/>
              </a:ext>
            </a:extLst>
          </p:cNvPr>
          <p:cNvSpPr>
            <a:spLocks xmlns:a="http://schemas.openxmlformats.org/drawingml/2006/main" noGrp="1"/>
          </p:cNvSpPr>
          <p:nvPr/>
        </p:nvSpPr>
        <p:spPr>
          <a:xfrm xmlns:a="http://schemas.openxmlformats.org/drawingml/2006/main">
            <a:off x="9372600" y="2466975"/>
            <a:ext cx="809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المصدر</a:t>
            </a:r>
          </a:p>
        </p:txBody>
      </p:sp>
      <p:sp>
        <p:nvSpPr>
          <p:cNvPr id="13" name="">
            <a:extLst xmlns:a="http://schemas.openxmlformats.org/drawingml/2006/main">
              <a:ext uri="{FF2B5EF4-FFF2-40B4-BE49-F238E27FC236}">
                <a16:creationId xmlns:a16="http://schemas.microsoft.com/office/drawing/2014/main" id="{FB18B9CD-145E-46DC-9B68-324DCC937650}"/>
              </a:ext>
            </a:extLst>
          </p:cNvPr>
          <p:cNvSpPr>
            <a:spLocks xmlns:a="http://schemas.openxmlformats.org/drawingml/2006/main" noGrp="1"/>
          </p:cNvSpPr>
          <p:nvPr/>
        </p:nvSpPr>
        <p:spPr>
          <a:xfrm xmlns:a="http://schemas.openxmlformats.org/drawingml/2006/main">
            <a:off x="8020050" y="2466975"/>
            <a:ext cx="1276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والصلاحيات</a:t>
            </a:r>
          </a:p>
        </p:txBody>
      </p:sp>
      <p:sp>
        <p:nvSpPr>
          <p:cNvPr id="14" name="">
            <a:extLst xmlns:a="http://schemas.openxmlformats.org/drawingml/2006/main">
              <a:ext uri="{FF2B5EF4-FFF2-40B4-BE49-F238E27FC236}">
                <a16:creationId xmlns:a16="http://schemas.microsoft.com/office/drawing/2014/main" id="{68248E70-FF15-4137-B725-9EE46EE87303}"/>
              </a:ext>
            </a:extLst>
          </p:cNvPr>
          <p:cNvSpPr>
            <a:spLocks xmlns:a="http://schemas.openxmlformats.org/drawingml/2006/main" noGrp="1"/>
          </p:cNvSpPr>
          <p:nvPr/>
        </p:nvSpPr>
        <p:spPr>
          <a:xfrm xmlns:a="http://schemas.openxmlformats.org/drawingml/2006/main">
            <a:off x="11029950" y="2924175"/>
            <a:ext cx="209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٢</a:t>
            </a:r>
          </a:p>
        </p:txBody>
      </p:sp>
      <p:sp>
        <p:nvSpPr>
          <p:cNvPr id="15" name="">
            <a:extLst xmlns:a="http://schemas.openxmlformats.org/drawingml/2006/main">
              <a:ext uri="{FF2B5EF4-FFF2-40B4-BE49-F238E27FC236}">
                <a16:creationId xmlns:a16="http://schemas.microsoft.com/office/drawing/2014/main" id="{8C2D67D7-F299-40DF-9B7F-F42E2F1F367F}"/>
              </a:ext>
            </a:extLst>
          </p:cNvPr>
          <p:cNvSpPr>
            <a:spLocks xmlns:a="http://schemas.openxmlformats.org/drawingml/2006/main" noGrp="1"/>
          </p:cNvSpPr>
          <p:nvPr/>
        </p:nvSpPr>
        <p:spPr>
          <a:xfrm xmlns:a="http://schemas.openxmlformats.org/drawingml/2006/main">
            <a:off x="10610850" y="2924175"/>
            <a:ext cx="342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و٣</a:t>
            </a:r>
          </a:p>
        </p:txBody>
      </p:sp>
      <p:sp>
        <p:nvSpPr>
          <p:cNvPr id="16" name="">
            <a:extLst xmlns:a="http://schemas.openxmlformats.org/drawingml/2006/main">
              <a:ext uri="{FF2B5EF4-FFF2-40B4-BE49-F238E27FC236}">
                <a16:creationId xmlns:a16="http://schemas.microsoft.com/office/drawing/2014/main" id="{7BC35D2B-6A4A-4D6A-9765-608D4CE0504B}"/>
              </a:ext>
            </a:extLst>
          </p:cNvPr>
          <p:cNvSpPr>
            <a:spLocks xmlns:a="http://schemas.openxmlformats.org/drawingml/2006/main" noGrp="1"/>
          </p:cNvSpPr>
          <p:nvPr/>
        </p:nvSpPr>
        <p:spPr>
          <a:xfrm xmlns:a="http://schemas.openxmlformats.org/drawingml/2006/main">
            <a:off x="10487025" y="2924175"/>
            <a:ext cx="47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7" name="">
            <a:extLst xmlns:a="http://schemas.openxmlformats.org/drawingml/2006/main">
              <a:ext uri="{FF2B5EF4-FFF2-40B4-BE49-F238E27FC236}">
                <a16:creationId xmlns:a16="http://schemas.microsoft.com/office/drawing/2014/main" id="{E6FAA276-4AE5-4BB4-9B58-89CEB655F47D}"/>
              </a:ext>
            </a:extLst>
          </p:cNvPr>
          <p:cNvSpPr>
            <a:spLocks xmlns:a="http://schemas.openxmlformats.org/drawingml/2006/main" noGrp="1"/>
          </p:cNvSpPr>
          <p:nvPr/>
        </p:nvSpPr>
        <p:spPr>
          <a:xfrm xmlns:a="http://schemas.openxmlformats.org/drawingml/2006/main">
            <a:off x="9820275" y="2924175"/>
            <a:ext cx="590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تكامل</a:t>
            </a:r>
          </a:p>
        </p:txBody>
      </p:sp>
      <p:sp>
        <p:nvSpPr>
          <p:cNvPr id="18" name="">
            <a:extLst xmlns:a="http://schemas.openxmlformats.org/drawingml/2006/main">
              <a:ext uri="{FF2B5EF4-FFF2-40B4-BE49-F238E27FC236}">
                <a16:creationId xmlns:a16="http://schemas.microsoft.com/office/drawing/2014/main" id="{72EAAD5F-3192-4164-8435-63F265445AAD}"/>
              </a:ext>
            </a:extLst>
          </p:cNvPr>
          <p:cNvSpPr>
            <a:spLocks xmlns:a="http://schemas.openxmlformats.org/drawingml/2006/main" noGrp="1"/>
          </p:cNvSpPr>
          <p:nvPr/>
        </p:nvSpPr>
        <p:spPr>
          <a:xfrm xmlns:a="http://schemas.openxmlformats.org/drawingml/2006/main">
            <a:off x="9382125" y="2924175"/>
            <a:ext cx="361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قناة</a:t>
            </a:r>
          </a:p>
        </p:txBody>
      </p:sp>
      <p:sp>
        <p:nvSpPr>
          <p:cNvPr id="19" name="">
            <a:extLst xmlns:a="http://schemas.openxmlformats.org/drawingml/2006/main">
              <a:ext uri="{FF2B5EF4-FFF2-40B4-BE49-F238E27FC236}">
                <a16:creationId xmlns:a16="http://schemas.microsoft.com/office/drawing/2014/main" id="{B061C437-085C-43E4-A080-38ED215E3A4B}"/>
              </a:ext>
            </a:extLst>
          </p:cNvPr>
          <p:cNvSpPr>
            <a:spLocks xmlns:a="http://schemas.openxmlformats.org/drawingml/2006/main" noGrp="1"/>
          </p:cNvSpPr>
          <p:nvPr/>
        </p:nvSpPr>
        <p:spPr>
          <a:xfrm xmlns:a="http://schemas.openxmlformats.org/drawingml/2006/main">
            <a:off x="8705850" y="2924175"/>
            <a:ext cx="6000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واحدة</a:t>
            </a:r>
          </a:p>
        </p:txBody>
      </p:sp>
      <p:sp>
        <p:nvSpPr>
          <p:cNvPr id="20" name="">
            <a:extLst xmlns:a="http://schemas.openxmlformats.org/drawingml/2006/main">
              <a:ext uri="{FF2B5EF4-FFF2-40B4-BE49-F238E27FC236}">
                <a16:creationId xmlns:a16="http://schemas.microsoft.com/office/drawing/2014/main" id="{13CE92E3-83BA-4D97-9F6F-5940F97CEFFC}"/>
              </a:ext>
            </a:extLst>
          </p:cNvPr>
          <p:cNvSpPr>
            <a:spLocks xmlns:a="http://schemas.openxmlformats.org/drawingml/2006/main" noGrp="1"/>
          </p:cNvSpPr>
          <p:nvPr/>
        </p:nvSpPr>
        <p:spPr>
          <a:xfrm xmlns:a="http://schemas.openxmlformats.org/drawingml/2006/main">
            <a:off x="7848600" y="2924175"/>
            <a:ext cx="781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واختبار</a:t>
            </a:r>
          </a:p>
        </p:txBody>
      </p:sp>
      <p:sp>
        <p:nvSpPr>
          <p:cNvPr id="21" name="">
            <a:extLst xmlns:a="http://schemas.openxmlformats.org/drawingml/2006/main">
              <a:ext uri="{FF2B5EF4-FFF2-40B4-BE49-F238E27FC236}">
                <a16:creationId xmlns:a16="http://schemas.microsoft.com/office/drawing/2014/main" id="{464A58B5-D881-4691-BE7A-AA3856B67FC7}"/>
              </a:ext>
            </a:extLst>
          </p:cNvPr>
          <p:cNvSpPr>
            <a:spLocks xmlns:a="http://schemas.openxmlformats.org/drawingml/2006/main" noGrp="1"/>
          </p:cNvSpPr>
          <p:nvPr/>
        </p:nvSpPr>
        <p:spPr>
          <a:xfrm xmlns:a="http://schemas.openxmlformats.org/drawingml/2006/main">
            <a:off x="6705600" y="2924175"/>
            <a:ext cx="106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الاسترجاع</a:t>
            </a:r>
          </a:p>
        </p:txBody>
      </p:sp>
      <p:sp>
        <p:nvSpPr>
          <p:cNvPr id="22" name="">
            <a:extLst xmlns:a="http://schemas.openxmlformats.org/drawingml/2006/main">
              <a:ext uri="{FF2B5EF4-FFF2-40B4-BE49-F238E27FC236}">
                <a16:creationId xmlns:a16="http://schemas.microsoft.com/office/drawing/2014/main" id="{705D98FB-167A-4900-9878-61D84CE5566C}"/>
              </a:ext>
            </a:extLst>
          </p:cNvPr>
          <p:cNvSpPr>
            <a:spLocks xmlns:a="http://schemas.openxmlformats.org/drawingml/2006/main" noGrp="1"/>
          </p:cNvSpPr>
          <p:nvPr/>
        </p:nvSpPr>
        <p:spPr>
          <a:xfrm xmlns:a="http://schemas.openxmlformats.org/drawingml/2006/main">
            <a:off x="11029950" y="3381375"/>
            <a:ext cx="209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٤</a:t>
            </a:r>
          </a:p>
        </p:txBody>
      </p:sp>
      <p:sp>
        <p:nvSpPr>
          <p:cNvPr id="23" name="">
            <a:extLst xmlns:a="http://schemas.openxmlformats.org/drawingml/2006/main">
              <a:ext uri="{FF2B5EF4-FFF2-40B4-BE49-F238E27FC236}">
                <a16:creationId xmlns:a16="http://schemas.microsoft.com/office/drawing/2014/main" id="{3195597D-E1BB-4D76-BC9C-5C61B7F40638}"/>
              </a:ext>
            </a:extLst>
          </p:cNvPr>
          <p:cNvSpPr>
            <a:spLocks xmlns:a="http://schemas.openxmlformats.org/drawingml/2006/main" noGrp="1"/>
          </p:cNvSpPr>
          <p:nvPr/>
        </p:nvSpPr>
        <p:spPr>
          <a:xfrm xmlns:a="http://schemas.openxmlformats.org/drawingml/2006/main">
            <a:off x="10906125" y="3381375"/>
            <a:ext cx="47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24" name="">
            <a:extLst xmlns:a="http://schemas.openxmlformats.org/drawingml/2006/main">
              <a:ext uri="{FF2B5EF4-FFF2-40B4-BE49-F238E27FC236}">
                <a16:creationId xmlns:a16="http://schemas.microsoft.com/office/drawing/2014/main" id="{D9C56F60-514F-4302-A224-B2BA069396C7}"/>
              </a:ext>
            </a:extLst>
          </p:cNvPr>
          <p:cNvSpPr>
            <a:spLocks xmlns:a="http://schemas.openxmlformats.org/drawingml/2006/main" noGrp="1"/>
          </p:cNvSpPr>
          <p:nvPr/>
        </p:nvSpPr>
        <p:spPr>
          <a:xfrm xmlns:a="http://schemas.openxmlformats.org/drawingml/2006/main">
            <a:off x="10115550" y="3381375"/>
            <a:ext cx="714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الحماية</a:t>
            </a:r>
          </a:p>
        </p:txBody>
      </p:sp>
      <p:sp>
        <p:nvSpPr>
          <p:cNvPr id="25" name="">
            <a:extLst xmlns:a="http://schemas.openxmlformats.org/drawingml/2006/main">
              <a:ext uri="{FF2B5EF4-FFF2-40B4-BE49-F238E27FC236}">
                <a16:creationId xmlns:a16="http://schemas.microsoft.com/office/drawing/2014/main" id="{5680EEE9-EF97-476D-B10A-C5EC87FE1494}"/>
              </a:ext>
            </a:extLst>
          </p:cNvPr>
          <p:cNvSpPr>
            <a:spLocks xmlns:a="http://schemas.openxmlformats.org/drawingml/2006/main" noGrp="1"/>
          </p:cNvSpPr>
          <p:nvPr/>
        </p:nvSpPr>
        <p:spPr>
          <a:xfrm xmlns:a="http://schemas.openxmlformats.org/drawingml/2006/main">
            <a:off x="9067800" y="3381375"/>
            <a:ext cx="971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والاحتفاظ</a:t>
            </a:r>
          </a:p>
        </p:txBody>
      </p:sp>
      <p:sp>
        <p:nvSpPr>
          <p:cNvPr id="26" name="">
            <a:extLst xmlns:a="http://schemas.openxmlformats.org/drawingml/2006/main">
              <a:ext uri="{FF2B5EF4-FFF2-40B4-BE49-F238E27FC236}">
                <a16:creationId xmlns:a16="http://schemas.microsoft.com/office/drawing/2014/main" id="{23DCA662-89C2-40C8-8E55-E2485D10FB45}"/>
              </a:ext>
            </a:extLst>
          </p:cNvPr>
          <p:cNvSpPr>
            <a:spLocks xmlns:a="http://schemas.openxmlformats.org/drawingml/2006/main" noGrp="1"/>
          </p:cNvSpPr>
          <p:nvPr/>
        </p:nvSpPr>
        <p:spPr>
          <a:xfrm xmlns:a="http://schemas.openxmlformats.org/drawingml/2006/main">
            <a:off x="8153400" y="3381375"/>
            <a:ext cx="838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والتعافي</a:t>
            </a:r>
          </a:p>
        </p:txBody>
      </p:sp>
      <p:sp>
        <p:nvSpPr>
          <p:cNvPr id="27" name="">
            <a:extLst xmlns:a="http://schemas.openxmlformats.org/drawingml/2006/main">
              <a:ext uri="{FF2B5EF4-FFF2-40B4-BE49-F238E27FC236}">
                <a16:creationId xmlns:a16="http://schemas.microsoft.com/office/drawing/2014/main" id="{159B4E7C-9614-46C6-B18A-74D29A4BC2DE}"/>
              </a:ext>
            </a:extLst>
          </p:cNvPr>
          <p:cNvSpPr>
            <a:spLocks xmlns:a="http://schemas.openxmlformats.org/drawingml/2006/main" noGrp="1"/>
          </p:cNvSpPr>
          <p:nvPr/>
        </p:nvSpPr>
        <p:spPr>
          <a:xfrm xmlns:a="http://schemas.openxmlformats.org/drawingml/2006/main">
            <a:off x="11029950" y="3838575"/>
            <a:ext cx="209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٥</a:t>
            </a:r>
          </a:p>
        </p:txBody>
      </p:sp>
      <p:sp>
        <p:nvSpPr>
          <p:cNvPr id="28" name="">
            <a:extLst xmlns:a="http://schemas.openxmlformats.org/drawingml/2006/main">
              <a:ext uri="{FF2B5EF4-FFF2-40B4-BE49-F238E27FC236}">
                <a16:creationId xmlns:a16="http://schemas.microsoft.com/office/drawing/2014/main" id="{80BD9AC7-182D-4EEC-8D73-8EC51CBBE73A}"/>
              </a:ext>
            </a:extLst>
          </p:cNvPr>
          <p:cNvSpPr>
            <a:spLocks xmlns:a="http://schemas.openxmlformats.org/drawingml/2006/main" noGrp="1"/>
          </p:cNvSpPr>
          <p:nvPr/>
        </p:nvSpPr>
        <p:spPr>
          <a:xfrm xmlns:a="http://schemas.openxmlformats.org/drawingml/2006/main">
            <a:off x="10610850" y="3838575"/>
            <a:ext cx="342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و٦</a:t>
            </a:r>
          </a:p>
        </p:txBody>
      </p:sp>
      <p:sp>
        <p:nvSpPr>
          <p:cNvPr id="29" name="">
            <a:extLst xmlns:a="http://schemas.openxmlformats.org/drawingml/2006/main">
              <a:ext uri="{FF2B5EF4-FFF2-40B4-BE49-F238E27FC236}">
                <a16:creationId xmlns:a16="http://schemas.microsoft.com/office/drawing/2014/main" id="{FDECFFF6-CA93-44C7-855C-2FA8A84514EC}"/>
              </a:ext>
            </a:extLst>
          </p:cNvPr>
          <p:cNvSpPr>
            <a:spLocks xmlns:a="http://schemas.openxmlformats.org/drawingml/2006/main" noGrp="1"/>
          </p:cNvSpPr>
          <p:nvPr/>
        </p:nvSpPr>
        <p:spPr>
          <a:xfrm xmlns:a="http://schemas.openxmlformats.org/drawingml/2006/main">
            <a:off x="10487025" y="3838575"/>
            <a:ext cx="47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30" name="">
            <a:extLst xmlns:a="http://schemas.openxmlformats.org/drawingml/2006/main">
              <a:ext uri="{FF2B5EF4-FFF2-40B4-BE49-F238E27FC236}">
                <a16:creationId xmlns:a16="http://schemas.microsoft.com/office/drawing/2014/main" id="{F06F5EB8-A4A4-4860-9B60-0C387BD84B5B}"/>
              </a:ext>
            </a:extLst>
          </p:cNvPr>
          <p:cNvSpPr>
            <a:spLocks xmlns:a="http://schemas.openxmlformats.org/drawingml/2006/main" noGrp="1"/>
          </p:cNvSpPr>
          <p:nvPr/>
        </p:nvSpPr>
        <p:spPr>
          <a:xfrm xmlns:a="http://schemas.openxmlformats.org/drawingml/2006/main">
            <a:off x="9782175" y="3838575"/>
            <a:ext cx="6286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تجربة</a:t>
            </a:r>
          </a:p>
        </p:txBody>
      </p:sp>
      <p:sp>
        <p:nvSpPr>
          <p:cNvPr id="31" name="">
            <a:extLst xmlns:a="http://schemas.openxmlformats.org/drawingml/2006/main">
              <a:ext uri="{FF2B5EF4-FFF2-40B4-BE49-F238E27FC236}">
                <a16:creationId xmlns:a16="http://schemas.microsoft.com/office/drawing/2014/main" id="{8F2095EB-06FB-441A-A5E1-D8261704B21D}"/>
              </a:ext>
            </a:extLst>
          </p:cNvPr>
          <p:cNvSpPr>
            <a:spLocks xmlns:a="http://schemas.openxmlformats.org/drawingml/2006/main" noGrp="1"/>
          </p:cNvSpPr>
          <p:nvPr/>
        </p:nvSpPr>
        <p:spPr>
          <a:xfrm xmlns:a="http://schemas.openxmlformats.org/drawingml/2006/main">
            <a:off x="8943975" y="3838575"/>
            <a:ext cx="76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محدودة</a:t>
            </a:r>
          </a:p>
        </p:txBody>
      </p:sp>
      <p:sp>
        <p:nvSpPr>
          <p:cNvPr id="32" name="">
            <a:extLst xmlns:a="http://schemas.openxmlformats.org/drawingml/2006/main">
              <a:ext uri="{FF2B5EF4-FFF2-40B4-BE49-F238E27FC236}">
                <a16:creationId xmlns:a16="http://schemas.microsoft.com/office/drawing/2014/main" id="{BA72F094-D9AD-478A-A911-267074F77D8E}"/>
              </a:ext>
            </a:extLst>
          </p:cNvPr>
          <p:cNvSpPr>
            <a:spLocks xmlns:a="http://schemas.openxmlformats.org/drawingml/2006/main" noGrp="1"/>
          </p:cNvSpPr>
          <p:nvPr/>
        </p:nvSpPr>
        <p:spPr>
          <a:xfrm xmlns:a="http://schemas.openxmlformats.org/drawingml/2006/main">
            <a:off x="8210550" y="3838575"/>
            <a:ext cx="6572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وقياس</a:t>
            </a:r>
          </a:p>
        </p:txBody>
      </p:sp>
      <p:sp>
        <p:nvSpPr>
          <p:cNvPr id="33" name="">
            <a:extLst xmlns:a="http://schemas.openxmlformats.org/drawingml/2006/main">
              <a:ext uri="{FF2B5EF4-FFF2-40B4-BE49-F238E27FC236}">
                <a16:creationId xmlns:a16="http://schemas.microsoft.com/office/drawing/2014/main" id="{7CB4B18D-9CD5-4D35-8F3F-D738F4B97DDF}"/>
              </a:ext>
            </a:extLst>
          </p:cNvPr>
          <p:cNvSpPr>
            <a:spLocks xmlns:a="http://schemas.openxmlformats.org/drawingml/2006/main" noGrp="1"/>
          </p:cNvSpPr>
          <p:nvPr/>
        </p:nvSpPr>
        <p:spPr>
          <a:xfrm xmlns:a="http://schemas.openxmlformats.org/drawingml/2006/main">
            <a:off x="7629525" y="3838575"/>
            <a:ext cx="5048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الأثر</a:t>
            </a:r>
          </a:p>
        </p:txBody>
      </p:sp>
      <p:sp>
        <p:nvSpPr>
          <p:cNvPr id="34" name="">
            <a:extLst xmlns:a="http://schemas.openxmlformats.org/drawingml/2006/main">
              <a:ext uri="{FF2B5EF4-FFF2-40B4-BE49-F238E27FC236}">
                <a16:creationId xmlns:a16="http://schemas.microsoft.com/office/drawing/2014/main" id="{836742E4-4E44-4804-8C1D-E9F312F3F335}"/>
              </a:ext>
            </a:extLst>
          </p:cNvPr>
          <p:cNvSpPr>
            <a:spLocks xmlns:a="http://schemas.openxmlformats.org/drawingml/2006/main" noGrp="1"/>
          </p:cNvSpPr>
          <p:nvPr/>
        </p:nvSpPr>
        <p:spPr>
          <a:xfrm xmlns:a="http://schemas.openxmlformats.org/drawingml/2006/main">
            <a:off x="1019175" y="6267450"/>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80979C"/>
                </a:solidFill>
                <a:latin typeface="Arial"/>
                <a:ea typeface="Arial"/>
                <a:cs typeface="Arial"/>
              </a:defRPr>
            </a:pPr>
            <a:r>
              <a:rPr sz="1350" b="0">
                <a:solidFill>
                  <a:srgbClr val="80979C"/>
                </a:solidFill>
                <a:latin typeface="Arial"/>
                <a:ea typeface="Arial"/>
                <a:cs typeface="Arial"/>
              </a:rPr>
              <a:t>12</a:t>
            </a:r>
          </a:p>
        </p:txBody>
      </p:sp>
      <p:sp>
        <p:nvSpPr>
          <p:cNvPr id="35" name="">
            <a:extLst xmlns:a="http://schemas.openxmlformats.org/drawingml/2006/main">
              <a:ext uri="{FF2B5EF4-FFF2-40B4-BE49-F238E27FC236}">
                <a16:creationId xmlns:a16="http://schemas.microsoft.com/office/drawing/2014/main" id="{AB8F6CB5-C44B-4137-952D-15575916E6B4}"/>
              </a:ext>
            </a:extLst>
          </p:cNvPr>
          <p:cNvSpPr>
            <a:spLocks xmlns:a="http://schemas.openxmlformats.org/drawingml/2006/main" noGrp="1"/>
          </p:cNvSpPr>
          <p:nvPr/>
        </p:nvSpPr>
        <p:spPr>
          <a:xfrm xmlns:a="http://schemas.openxmlformats.org/drawingml/2006/main">
            <a:off x="11096625" y="6238875"/>
            <a:ext cx="333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b="1">
                <a:solidFill>
                  <a:srgbClr val="10756B"/>
                </a:solidFill>
                <a:latin typeface="Arial"/>
                <a:ea typeface="Arial"/>
                <a:cs typeface="Arial"/>
              </a:defRPr>
            </a:pPr>
            <a:r>
              <a:rPr sz="1800" b="1">
                <a:solidFill>
                  <a:srgbClr val="10756B"/>
                </a:solidFill>
                <a:latin typeface="Arial"/>
                <a:ea typeface="Arial"/>
                <a:cs typeface="Arial"/>
              </a:rPr>
              <a:t>سَنَد</a:t>
            </a:r>
          </a:p>
        </p:txBody>
      </p:sp>
    </p:spTree>
    <p:extLst>
      <p:ext uri="{BB962C8B-B14F-4D97-AF65-F5344CB8AC3E}">
        <p14:creationId xmlns:p14="http://schemas.microsoft.com/office/powerpoint/2010/main" val="135984912"/>
      </p:ext>
    </p:extLst>
  </p:cSld>
</p:sld>
</file>

<file path=ppt/slides/slide13.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58AFB6D3-7176-4740-8FD5-2C8072A64E88}"/>
              </a:ext>
            </a:extLst>
          </p:cNvPr>
          <p:cNvSpPr>
            <a:spLocks xmlns:a="http://schemas.openxmlformats.org/drawingml/2006/main" noGrp="1"/>
          </p:cNvSpPr>
          <p:nvPr/>
        </p:nvSpPr>
        <p:spPr>
          <a:xfrm xmlns:a="http://schemas.openxmlformats.org/drawingml/2006/main">
            <a:off x="10972800" y="590550"/>
            <a:ext cx="45720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تغطية</a:t>
            </a:r>
          </a:p>
        </p:txBody>
      </p:sp>
      <p:sp>
        <p:nvSpPr>
          <p:cNvPr id="2" name="">
            <a:extLst xmlns:a="http://schemas.openxmlformats.org/drawingml/2006/main">
              <a:ext uri="{FF2B5EF4-FFF2-40B4-BE49-F238E27FC236}">
                <a16:creationId xmlns:a16="http://schemas.microsoft.com/office/drawing/2014/main" id="{39A44E10-1532-4EDC-B418-74C8CAA5A810}"/>
              </a:ext>
            </a:extLst>
          </p:cNvPr>
          <p:cNvSpPr>
            <a:spLocks xmlns:a="http://schemas.openxmlformats.org/drawingml/2006/main" noGrp="1"/>
          </p:cNvSpPr>
          <p:nvPr/>
        </p:nvSpPr>
        <p:spPr>
          <a:xfrm xmlns:a="http://schemas.openxmlformats.org/drawingml/2006/main">
            <a:off x="10337006" y="590550"/>
            <a:ext cx="58102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للمعايير</a:t>
            </a:r>
          </a:p>
        </p:txBody>
      </p:sp>
      <p:sp>
        <p:nvSpPr>
          <p:cNvPr id="3" name="">
            <a:extLst xmlns:a="http://schemas.openxmlformats.org/drawingml/2006/main">
              <a:ext uri="{FF2B5EF4-FFF2-40B4-BE49-F238E27FC236}">
                <a16:creationId xmlns:a16="http://schemas.microsoft.com/office/drawing/2014/main" id="{C14ECAD5-7DA4-417B-9E1B-A2A7D8AF28A1}"/>
              </a:ext>
            </a:extLst>
          </p:cNvPr>
          <p:cNvSpPr>
            <a:spLocks xmlns:a="http://schemas.openxmlformats.org/drawingml/2006/main" noGrp="1"/>
          </p:cNvSpPr>
          <p:nvPr/>
        </p:nvSpPr>
        <p:spPr>
          <a:xfrm xmlns:a="http://schemas.openxmlformats.org/drawingml/2006/main">
            <a:off x="9767888" y="590550"/>
            <a:ext cx="51435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وليست</a:t>
            </a:r>
          </a:p>
        </p:txBody>
      </p:sp>
      <p:sp>
        <p:nvSpPr>
          <p:cNvPr id="4" name="">
            <a:extLst xmlns:a="http://schemas.openxmlformats.org/drawingml/2006/main">
              <a:ext uri="{FF2B5EF4-FFF2-40B4-BE49-F238E27FC236}">
                <a16:creationId xmlns:a16="http://schemas.microsoft.com/office/drawing/2014/main" id="{666B351E-B273-4ADF-8E26-055D4B0123DA}"/>
              </a:ext>
            </a:extLst>
          </p:cNvPr>
          <p:cNvSpPr>
            <a:spLocks xmlns:a="http://schemas.openxmlformats.org/drawingml/2006/main" noGrp="1"/>
          </p:cNvSpPr>
          <p:nvPr/>
        </p:nvSpPr>
        <p:spPr>
          <a:xfrm xmlns:a="http://schemas.openxmlformats.org/drawingml/2006/main">
            <a:off x="9227344" y="590550"/>
            <a:ext cx="48577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ضمان</a:t>
            </a:r>
          </a:p>
        </p:txBody>
      </p:sp>
      <p:sp>
        <p:nvSpPr>
          <p:cNvPr id="5" name="">
            <a:extLst xmlns:a="http://schemas.openxmlformats.org/drawingml/2006/main">
              <a:ext uri="{FF2B5EF4-FFF2-40B4-BE49-F238E27FC236}">
                <a16:creationId xmlns:a16="http://schemas.microsoft.com/office/drawing/2014/main" id="{9D13D689-9050-448C-95A4-3AC24EA841EA}"/>
              </a:ext>
            </a:extLst>
          </p:cNvPr>
          <p:cNvSpPr>
            <a:spLocks xmlns:a="http://schemas.openxmlformats.org/drawingml/2006/main" noGrp="1"/>
          </p:cNvSpPr>
          <p:nvPr/>
        </p:nvSpPr>
        <p:spPr>
          <a:xfrm xmlns:a="http://schemas.openxmlformats.org/drawingml/2006/main">
            <a:off x="8620125" y="590550"/>
            <a:ext cx="55245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10756B"/>
                </a:solidFill>
                <a:latin typeface="Arial"/>
                <a:ea typeface="Arial"/>
                <a:cs typeface="Arial"/>
              </a:defRPr>
            </a:pPr>
            <a:r>
              <a:rPr sz="1725" b="0">
                <a:solidFill>
                  <a:srgbClr val="10756B"/>
                </a:solidFill>
                <a:latin typeface="Arial"/>
                <a:ea typeface="Arial"/>
                <a:cs typeface="Arial"/>
              </a:rPr>
              <a:t>درجات</a:t>
            </a:r>
          </a:p>
        </p:txBody>
      </p:sp>
      <p:sp>
        <p:nvSpPr>
          <p:cNvPr id="6" name="">
            <a:extLst xmlns:a="http://schemas.openxmlformats.org/drawingml/2006/main">
              <a:ext uri="{FF2B5EF4-FFF2-40B4-BE49-F238E27FC236}">
                <a16:creationId xmlns:a16="http://schemas.microsoft.com/office/drawing/2014/main" id="{2ED3660A-6B9C-48EB-9B05-158092DFBF84}"/>
              </a:ext>
            </a:extLst>
          </p:cNvPr>
          <p:cNvSpPr>
            <a:spLocks xmlns:a="http://schemas.openxmlformats.org/drawingml/2006/main" noGrp="1"/>
          </p:cNvSpPr>
          <p:nvPr/>
        </p:nvSpPr>
        <p:spPr>
          <a:xfrm xmlns:a="http://schemas.openxmlformats.org/drawingml/2006/main">
            <a:off x="10344150" y="1200150"/>
            <a:ext cx="1085850"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التركيز</a:t>
            </a:r>
          </a:p>
        </p:txBody>
      </p:sp>
      <p:sp>
        <p:nvSpPr>
          <p:cNvPr id="7" name="">
            <a:extLst xmlns:a="http://schemas.openxmlformats.org/drawingml/2006/main">
              <a:ext uri="{FF2B5EF4-FFF2-40B4-BE49-F238E27FC236}">
                <a16:creationId xmlns:a16="http://schemas.microsoft.com/office/drawing/2014/main" id="{5380D2F1-DC20-4E8A-A212-C0C32E4E0C05}"/>
              </a:ext>
            </a:extLst>
          </p:cNvPr>
          <p:cNvSpPr>
            <a:spLocks xmlns:a="http://schemas.openxmlformats.org/drawingml/2006/main" noGrp="1"/>
          </p:cNvSpPr>
          <p:nvPr/>
        </p:nvSpPr>
        <p:spPr>
          <a:xfrm xmlns:a="http://schemas.openxmlformats.org/drawingml/2006/main">
            <a:off x="9760744" y="1200150"/>
            <a:ext cx="46672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في</a:t>
            </a:r>
          </a:p>
        </p:txBody>
      </p:sp>
      <p:sp>
        <p:nvSpPr>
          <p:cNvPr id="8" name="">
            <a:extLst xmlns:a="http://schemas.openxmlformats.org/drawingml/2006/main">
              <a:ext uri="{FF2B5EF4-FFF2-40B4-BE49-F238E27FC236}">
                <a16:creationId xmlns:a16="http://schemas.microsoft.com/office/drawing/2014/main" id="{80FD20C3-FBD8-421A-A004-132CEBE5C749}"/>
              </a:ext>
            </a:extLst>
          </p:cNvPr>
          <p:cNvSpPr>
            <a:spLocks xmlns:a="http://schemas.openxmlformats.org/drawingml/2006/main" noGrp="1"/>
          </p:cNvSpPr>
          <p:nvPr/>
        </p:nvSpPr>
        <p:spPr>
          <a:xfrm xmlns:a="http://schemas.openxmlformats.org/drawingml/2006/main">
            <a:off x="8548688" y="1200150"/>
            <a:ext cx="109537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18343E"/>
                </a:solidFill>
                <a:latin typeface="Arial"/>
                <a:ea typeface="Arial"/>
                <a:cs typeface="Arial"/>
              </a:defRPr>
            </a:pPr>
            <a:r>
              <a:rPr sz="3675" b="1">
                <a:solidFill>
                  <a:srgbClr val="18343E"/>
                </a:solidFill>
                <a:latin typeface="Arial"/>
                <a:ea typeface="Arial"/>
                <a:cs typeface="Arial"/>
              </a:rPr>
              <a:t>التحكيم</a:t>
            </a:r>
          </a:p>
        </p:txBody>
      </p:sp>
      <p:sp>
        <p:nvSpPr>
          <p:cNvPr id="9" name="">
            <a:extLst xmlns:a="http://schemas.openxmlformats.org/drawingml/2006/main">
              <a:ext uri="{FF2B5EF4-FFF2-40B4-BE49-F238E27FC236}">
                <a16:creationId xmlns:a16="http://schemas.microsoft.com/office/drawing/2014/main" id="{D923192C-4B75-4F10-BC88-618966288D21}"/>
              </a:ext>
            </a:extLst>
          </p:cNvPr>
          <p:cNvSpPr>
            <a:spLocks xmlns:a="http://schemas.openxmlformats.org/drawingml/2006/main" noGrp="1"/>
          </p:cNvSpPr>
          <p:nvPr/>
        </p:nvSpPr>
        <p:spPr>
          <a:xfrm xmlns:a="http://schemas.openxmlformats.org/drawingml/2006/main">
            <a:off x="10734675" y="2466975"/>
            <a:ext cx="5048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الأثر</a:t>
            </a:r>
          </a:p>
        </p:txBody>
      </p:sp>
      <p:sp>
        <p:nvSpPr>
          <p:cNvPr id="10" name="">
            <a:extLst xmlns:a="http://schemas.openxmlformats.org/drawingml/2006/main">
              <a:ext uri="{FF2B5EF4-FFF2-40B4-BE49-F238E27FC236}">
                <a16:creationId xmlns:a16="http://schemas.microsoft.com/office/drawing/2014/main" id="{A779B3A5-59AB-41B8-B6FF-C9DBA33A325E}"/>
              </a:ext>
            </a:extLst>
          </p:cNvPr>
          <p:cNvSpPr>
            <a:spLocks xmlns:a="http://schemas.openxmlformats.org/drawingml/2006/main" noGrp="1"/>
          </p:cNvSpPr>
          <p:nvPr/>
        </p:nvSpPr>
        <p:spPr>
          <a:xfrm xmlns:a="http://schemas.openxmlformats.org/drawingml/2006/main">
            <a:off x="10125075" y="2466975"/>
            <a:ext cx="533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٣٠٪</a:t>
            </a:r>
          </a:p>
        </p:txBody>
      </p:sp>
      <p:sp>
        <p:nvSpPr>
          <p:cNvPr id="11" name="">
            <a:extLst xmlns:a="http://schemas.openxmlformats.org/drawingml/2006/main">
              <a:ext uri="{FF2B5EF4-FFF2-40B4-BE49-F238E27FC236}">
                <a16:creationId xmlns:a16="http://schemas.microsoft.com/office/drawing/2014/main" id="{2FC95F49-45AF-4E15-91A3-82971FA70614}"/>
              </a:ext>
            </a:extLst>
          </p:cNvPr>
          <p:cNvSpPr>
            <a:spLocks xmlns:a="http://schemas.openxmlformats.org/drawingml/2006/main" noGrp="1"/>
          </p:cNvSpPr>
          <p:nvPr/>
        </p:nvSpPr>
        <p:spPr>
          <a:xfrm xmlns:a="http://schemas.openxmlformats.org/drawingml/2006/main">
            <a:off x="10001250" y="2466975"/>
            <a:ext cx="47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937DB088-71DB-4F20-82F1-B25515A936A4}"/>
              </a:ext>
            </a:extLst>
          </p:cNvPr>
          <p:cNvSpPr>
            <a:spLocks xmlns:a="http://schemas.openxmlformats.org/drawingml/2006/main" noGrp="1"/>
          </p:cNvSpPr>
          <p:nvPr/>
        </p:nvSpPr>
        <p:spPr>
          <a:xfrm xmlns:a="http://schemas.openxmlformats.org/drawingml/2006/main">
            <a:off x="9791700" y="2466975"/>
            <a:ext cx="133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a:t>
            </a:r>
          </a:p>
        </p:txBody>
      </p:sp>
      <p:sp>
        <p:nvSpPr>
          <p:cNvPr id="13" name="">
            <a:extLst xmlns:a="http://schemas.openxmlformats.org/drawingml/2006/main">
              <a:ext uri="{FF2B5EF4-FFF2-40B4-BE49-F238E27FC236}">
                <a16:creationId xmlns:a16="http://schemas.microsoft.com/office/drawing/2014/main" id="{6CD666C2-3A23-4C14-9762-4E5324261474}"/>
              </a:ext>
            </a:extLst>
          </p:cNvPr>
          <p:cNvSpPr>
            <a:spLocks xmlns:a="http://schemas.openxmlformats.org/drawingml/2006/main" noGrp="1"/>
          </p:cNvSpPr>
          <p:nvPr/>
        </p:nvSpPr>
        <p:spPr>
          <a:xfrm xmlns:a="http://schemas.openxmlformats.org/drawingml/2006/main">
            <a:off x="9667875" y="2466975"/>
            <a:ext cx="47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4" name="">
            <a:extLst xmlns:a="http://schemas.openxmlformats.org/drawingml/2006/main">
              <a:ext uri="{FF2B5EF4-FFF2-40B4-BE49-F238E27FC236}">
                <a16:creationId xmlns:a16="http://schemas.microsoft.com/office/drawing/2014/main" id="{B56C8AB5-29D1-467E-84FA-DE79D4203A4F}"/>
              </a:ext>
            </a:extLst>
          </p:cNvPr>
          <p:cNvSpPr>
            <a:spLocks xmlns:a="http://schemas.openxmlformats.org/drawingml/2006/main" noGrp="1"/>
          </p:cNvSpPr>
          <p:nvPr/>
        </p:nvSpPr>
        <p:spPr>
          <a:xfrm xmlns:a="http://schemas.openxmlformats.org/drawingml/2006/main">
            <a:off x="9010650" y="2466975"/>
            <a:ext cx="5810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التنفيذ</a:t>
            </a:r>
          </a:p>
        </p:txBody>
      </p:sp>
      <p:sp>
        <p:nvSpPr>
          <p:cNvPr id="15" name="">
            <a:extLst xmlns:a="http://schemas.openxmlformats.org/drawingml/2006/main">
              <a:ext uri="{FF2B5EF4-FFF2-40B4-BE49-F238E27FC236}">
                <a16:creationId xmlns:a16="http://schemas.microsoft.com/office/drawing/2014/main" id="{51FA6E66-2AED-4703-AD67-93672EFA769C}"/>
              </a:ext>
            </a:extLst>
          </p:cNvPr>
          <p:cNvSpPr>
            <a:spLocks xmlns:a="http://schemas.openxmlformats.org/drawingml/2006/main" noGrp="1"/>
          </p:cNvSpPr>
          <p:nvPr/>
        </p:nvSpPr>
        <p:spPr>
          <a:xfrm xmlns:a="http://schemas.openxmlformats.org/drawingml/2006/main">
            <a:off x="8401050" y="2466975"/>
            <a:ext cx="533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٢٥٪</a:t>
            </a:r>
          </a:p>
        </p:txBody>
      </p:sp>
      <p:sp>
        <p:nvSpPr>
          <p:cNvPr id="16" name="">
            <a:extLst xmlns:a="http://schemas.openxmlformats.org/drawingml/2006/main">
              <a:ext uri="{FF2B5EF4-FFF2-40B4-BE49-F238E27FC236}">
                <a16:creationId xmlns:a16="http://schemas.microsoft.com/office/drawing/2014/main" id="{C6EA29E1-AA3F-41A0-911D-89B0167E72E8}"/>
              </a:ext>
            </a:extLst>
          </p:cNvPr>
          <p:cNvSpPr>
            <a:spLocks xmlns:a="http://schemas.openxmlformats.org/drawingml/2006/main" noGrp="1"/>
          </p:cNvSpPr>
          <p:nvPr/>
        </p:nvSpPr>
        <p:spPr>
          <a:xfrm xmlns:a="http://schemas.openxmlformats.org/drawingml/2006/main">
            <a:off x="8277225" y="2466975"/>
            <a:ext cx="47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7" name="">
            <a:extLst xmlns:a="http://schemas.openxmlformats.org/drawingml/2006/main">
              <a:ext uri="{FF2B5EF4-FFF2-40B4-BE49-F238E27FC236}">
                <a16:creationId xmlns:a16="http://schemas.microsoft.com/office/drawing/2014/main" id="{0F0B1C78-B346-4489-AE08-00FD7DB15393}"/>
              </a:ext>
            </a:extLst>
          </p:cNvPr>
          <p:cNvSpPr>
            <a:spLocks xmlns:a="http://schemas.openxmlformats.org/drawingml/2006/main" noGrp="1"/>
          </p:cNvSpPr>
          <p:nvPr/>
        </p:nvSpPr>
        <p:spPr>
          <a:xfrm xmlns:a="http://schemas.openxmlformats.org/drawingml/2006/main">
            <a:off x="8067675" y="2466975"/>
            <a:ext cx="133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9D970D13-25FF-411E-A611-41348B77CA59}"/>
              </a:ext>
            </a:extLst>
          </p:cNvPr>
          <p:cNvSpPr>
            <a:spLocks xmlns:a="http://schemas.openxmlformats.org/drawingml/2006/main" noGrp="1"/>
          </p:cNvSpPr>
          <p:nvPr/>
        </p:nvSpPr>
        <p:spPr>
          <a:xfrm xmlns:a="http://schemas.openxmlformats.org/drawingml/2006/main">
            <a:off x="7943850" y="2466975"/>
            <a:ext cx="47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19" name="">
            <a:extLst xmlns:a="http://schemas.openxmlformats.org/drawingml/2006/main">
              <a:ext uri="{FF2B5EF4-FFF2-40B4-BE49-F238E27FC236}">
                <a16:creationId xmlns:a16="http://schemas.microsoft.com/office/drawing/2014/main" id="{C2B5A47C-8666-4C99-8472-829527E2A0A0}"/>
              </a:ext>
            </a:extLst>
          </p:cNvPr>
          <p:cNvSpPr>
            <a:spLocks xmlns:a="http://schemas.openxmlformats.org/drawingml/2006/main" noGrp="1"/>
          </p:cNvSpPr>
          <p:nvPr/>
        </p:nvSpPr>
        <p:spPr>
          <a:xfrm xmlns:a="http://schemas.openxmlformats.org/drawingml/2006/main">
            <a:off x="7096125" y="2466975"/>
            <a:ext cx="7715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الابتكار</a:t>
            </a:r>
          </a:p>
        </p:txBody>
      </p:sp>
      <p:sp>
        <p:nvSpPr>
          <p:cNvPr id="20" name="">
            <a:extLst xmlns:a="http://schemas.openxmlformats.org/drawingml/2006/main">
              <a:ext uri="{FF2B5EF4-FFF2-40B4-BE49-F238E27FC236}">
                <a16:creationId xmlns:a16="http://schemas.microsoft.com/office/drawing/2014/main" id="{581B7663-A8E8-488E-8CC9-BA6A614115BB}"/>
              </a:ext>
            </a:extLst>
          </p:cNvPr>
          <p:cNvSpPr>
            <a:spLocks xmlns:a="http://schemas.openxmlformats.org/drawingml/2006/main" noGrp="1"/>
          </p:cNvSpPr>
          <p:nvPr/>
        </p:nvSpPr>
        <p:spPr>
          <a:xfrm xmlns:a="http://schemas.openxmlformats.org/drawingml/2006/main">
            <a:off x="6486525" y="2466975"/>
            <a:ext cx="533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٢٠٪</a:t>
            </a:r>
          </a:p>
        </p:txBody>
      </p:sp>
      <p:sp>
        <p:nvSpPr>
          <p:cNvPr id="21" name="">
            <a:extLst xmlns:a="http://schemas.openxmlformats.org/drawingml/2006/main">
              <a:ext uri="{FF2B5EF4-FFF2-40B4-BE49-F238E27FC236}">
                <a16:creationId xmlns:a16="http://schemas.microsoft.com/office/drawing/2014/main" id="{72A18F26-EE4B-46B0-80DC-7C708A8FCDF8}"/>
              </a:ext>
            </a:extLst>
          </p:cNvPr>
          <p:cNvSpPr>
            <a:spLocks xmlns:a="http://schemas.openxmlformats.org/drawingml/2006/main" noGrp="1"/>
          </p:cNvSpPr>
          <p:nvPr/>
        </p:nvSpPr>
        <p:spPr>
          <a:xfrm xmlns:a="http://schemas.openxmlformats.org/drawingml/2006/main">
            <a:off x="10325100" y="3082671"/>
            <a:ext cx="914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الاستدامة</a:t>
            </a:r>
          </a:p>
        </p:txBody>
      </p:sp>
      <p:sp>
        <p:nvSpPr>
          <p:cNvPr id="22" name="">
            <a:extLst xmlns:a="http://schemas.openxmlformats.org/drawingml/2006/main">
              <a:ext uri="{FF2B5EF4-FFF2-40B4-BE49-F238E27FC236}">
                <a16:creationId xmlns:a16="http://schemas.microsoft.com/office/drawing/2014/main" id="{953C211D-2969-4A0C-BAC4-05E4969E6831}"/>
              </a:ext>
            </a:extLst>
          </p:cNvPr>
          <p:cNvSpPr>
            <a:spLocks xmlns:a="http://schemas.openxmlformats.org/drawingml/2006/main" noGrp="1"/>
          </p:cNvSpPr>
          <p:nvPr/>
        </p:nvSpPr>
        <p:spPr>
          <a:xfrm xmlns:a="http://schemas.openxmlformats.org/drawingml/2006/main">
            <a:off x="9715500" y="3082671"/>
            <a:ext cx="533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١٥٪</a:t>
            </a:r>
          </a:p>
        </p:txBody>
      </p:sp>
      <p:sp>
        <p:nvSpPr>
          <p:cNvPr id="23" name="">
            <a:extLst xmlns:a="http://schemas.openxmlformats.org/drawingml/2006/main">
              <a:ext uri="{FF2B5EF4-FFF2-40B4-BE49-F238E27FC236}">
                <a16:creationId xmlns:a16="http://schemas.microsoft.com/office/drawing/2014/main" id="{4C3A0706-A577-47D1-A9D7-2CC766B315F3}"/>
              </a:ext>
            </a:extLst>
          </p:cNvPr>
          <p:cNvSpPr>
            <a:spLocks xmlns:a="http://schemas.openxmlformats.org/drawingml/2006/main" noGrp="1"/>
          </p:cNvSpPr>
          <p:nvPr/>
        </p:nvSpPr>
        <p:spPr>
          <a:xfrm xmlns:a="http://schemas.openxmlformats.org/drawingml/2006/main">
            <a:off x="9591675" y="3082671"/>
            <a:ext cx="47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24" name="">
            <a:extLst xmlns:a="http://schemas.openxmlformats.org/drawingml/2006/main">
              <a:ext uri="{FF2B5EF4-FFF2-40B4-BE49-F238E27FC236}">
                <a16:creationId xmlns:a16="http://schemas.microsoft.com/office/drawing/2014/main" id="{D8EBCF1B-A776-4544-8D7D-179FF80FCC1E}"/>
              </a:ext>
            </a:extLst>
          </p:cNvPr>
          <p:cNvSpPr>
            <a:spLocks xmlns:a="http://schemas.openxmlformats.org/drawingml/2006/main" noGrp="1"/>
          </p:cNvSpPr>
          <p:nvPr/>
        </p:nvSpPr>
        <p:spPr>
          <a:xfrm xmlns:a="http://schemas.openxmlformats.org/drawingml/2006/main">
            <a:off x="9382125" y="3082671"/>
            <a:ext cx="133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a:t>
            </a:r>
          </a:p>
        </p:txBody>
      </p:sp>
      <p:sp>
        <p:nvSpPr>
          <p:cNvPr id="25" name="">
            <a:extLst xmlns:a="http://schemas.openxmlformats.org/drawingml/2006/main">
              <a:ext uri="{FF2B5EF4-FFF2-40B4-BE49-F238E27FC236}">
                <a16:creationId xmlns:a16="http://schemas.microsoft.com/office/drawing/2014/main" id="{050B6164-B6DE-45A0-9D2A-5DF8D194202B}"/>
              </a:ext>
            </a:extLst>
          </p:cNvPr>
          <p:cNvSpPr>
            <a:spLocks xmlns:a="http://schemas.openxmlformats.org/drawingml/2006/main" noGrp="1"/>
          </p:cNvSpPr>
          <p:nvPr/>
        </p:nvSpPr>
        <p:spPr>
          <a:xfrm xmlns:a="http://schemas.openxmlformats.org/drawingml/2006/main">
            <a:off x="9258300" y="3082671"/>
            <a:ext cx="47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26" name="">
            <a:extLst xmlns:a="http://schemas.openxmlformats.org/drawingml/2006/main">
              <a:ext uri="{FF2B5EF4-FFF2-40B4-BE49-F238E27FC236}">
                <a16:creationId xmlns:a16="http://schemas.microsoft.com/office/drawing/2014/main" id="{F938D311-C19E-4E31-B214-4429178737E7}"/>
              </a:ext>
            </a:extLst>
          </p:cNvPr>
          <p:cNvSpPr>
            <a:spLocks xmlns:a="http://schemas.openxmlformats.org/drawingml/2006/main" noGrp="1"/>
          </p:cNvSpPr>
          <p:nvPr/>
        </p:nvSpPr>
        <p:spPr>
          <a:xfrm xmlns:a="http://schemas.openxmlformats.org/drawingml/2006/main">
            <a:off x="8401050" y="3082671"/>
            <a:ext cx="781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العرض</a:t>
            </a:r>
          </a:p>
        </p:txBody>
      </p:sp>
      <p:sp>
        <p:nvSpPr>
          <p:cNvPr id="27" name="">
            <a:extLst xmlns:a="http://schemas.openxmlformats.org/drawingml/2006/main">
              <a:ext uri="{FF2B5EF4-FFF2-40B4-BE49-F238E27FC236}">
                <a16:creationId xmlns:a16="http://schemas.microsoft.com/office/drawing/2014/main" id="{37DF51C4-495E-4A06-8D6B-8CA4885643D2}"/>
              </a:ext>
            </a:extLst>
          </p:cNvPr>
          <p:cNvSpPr>
            <a:spLocks xmlns:a="http://schemas.openxmlformats.org/drawingml/2006/main" noGrp="1"/>
          </p:cNvSpPr>
          <p:nvPr/>
        </p:nvSpPr>
        <p:spPr>
          <a:xfrm xmlns:a="http://schemas.openxmlformats.org/drawingml/2006/main">
            <a:off x="7791450" y="3082671"/>
            <a:ext cx="533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١٠٪</a:t>
            </a:r>
          </a:p>
        </p:txBody>
      </p:sp>
      <p:sp>
        <p:nvSpPr>
          <p:cNvPr id="28" name="">
            <a:extLst xmlns:a="http://schemas.openxmlformats.org/drawingml/2006/main">
              <a:ext uri="{FF2B5EF4-FFF2-40B4-BE49-F238E27FC236}">
                <a16:creationId xmlns:a16="http://schemas.microsoft.com/office/drawing/2014/main" id="{26FE1ED7-E012-42FF-9A9E-6FB6174B74EE}"/>
              </a:ext>
            </a:extLst>
          </p:cNvPr>
          <p:cNvSpPr>
            <a:spLocks xmlns:a="http://schemas.openxmlformats.org/drawingml/2006/main" noGrp="1"/>
          </p:cNvSpPr>
          <p:nvPr/>
        </p:nvSpPr>
        <p:spPr>
          <a:xfrm xmlns:a="http://schemas.openxmlformats.org/drawingml/2006/main">
            <a:off x="10887075" y="3698367"/>
            <a:ext cx="3524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قوة</a:t>
            </a:r>
          </a:p>
        </p:txBody>
      </p:sp>
      <p:sp>
        <p:nvSpPr>
          <p:cNvPr id="29" name="">
            <a:extLst xmlns:a="http://schemas.openxmlformats.org/drawingml/2006/main">
              <a:ext uri="{FF2B5EF4-FFF2-40B4-BE49-F238E27FC236}">
                <a16:creationId xmlns:a16="http://schemas.microsoft.com/office/drawing/2014/main" id="{BF6715E0-7BF3-4E6A-8DDB-ECD6BA5CC537}"/>
              </a:ext>
            </a:extLst>
          </p:cNvPr>
          <p:cNvSpPr>
            <a:spLocks xmlns:a="http://schemas.openxmlformats.org/drawingml/2006/main" noGrp="1"/>
          </p:cNvSpPr>
          <p:nvPr/>
        </p:nvSpPr>
        <p:spPr>
          <a:xfrm xmlns:a="http://schemas.openxmlformats.org/drawingml/2006/main">
            <a:off x="10029825" y="3698367"/>
            <a:ext cx="781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العرض</a:t>
            </a:r>
          </a:p>
        </p:txBody>
      </p:sp>
      <p:sp>
        <p:nvSpPr>
          <p:cNvPr id="30" name="">
            <a:extLst xmlns:a="http://schemas.openxmlformats.org/drawingml/2006/main">
              <a:ext uri="{FF2B5EF4-FFF2-40B4-BE49-F238E27FC236}">
                <a16:creationId xmlns:a16="http://schemas.microsoft.com/office/drawing/2014/main" id="{9BBEB5EB-39CA-44F3-BCD3-044867156748}"/>
              </a:ext>
            </a:extLst>
          </p:cNvPr>
          <p:cNvSpPr>
            <a:spLocks xmlns:a="http://schemas.openxmlformats.org/drawingml/2006/main" noGrp="1"/>
          </p:cNvSpPr>
          <p:nvPr/>
        </p:nvSpPr>
        <p:spPr>
          <a:xfrm xmlns:a="http://schemas.openxmlformats.org/drawingml/2006/main">
            <a:off x="9639300" y="3698367"/>
            <a:ext cx="314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في</a:t>
            </a:r>
          </a:p>
        </p:txBody>
      </p:sp>
      <p:sp>
        <p:nvSpPr>
          <p:cNvPr id="31" name="">
            <a:extLst xmlns:a="http://schemas.openxmlformats.org/drawingml/2006/main">
              <a:ext uri="{FF2B5EF4-FFF2-40B4-BE49-F238E27FC236}">
                <a16:creationId xmlns:a16="http://schemas.microsoft.com/office/drawing/2014/main" id="{31BAEC74-277E-4546-B962-B198DF206F1E}"/>
              </a:ext>
            </a:extLst>
          </p:cNvPr>
          <p:cNvSpPr>
            <a:spLocks xmlns:a="http://schemas.openxmlformats.org/drawingml/2006/main" noGrp="1"/>
          </p:cNvSpPr>
          <p:nvPr/>
        </p:nvSpPr>
        <p:spPr>
          <a:xfrm xmlns:a="http://schemas.openxmlformats.org/drawingml/2006/main">
            <a:off x="8801100" y="3698367"/>
            <a:ext cx="76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المشكلة</a:t>
            </a:r>
          </a:p>
        </p:txBody>
      </p:sp>
      <p:sp>
        <p:nvSpPr>
          <p:cNvPr id="32" name="">
            <a:extLst xmlns:a="http://schemas.openxmlformats.org/drawingml/2006/main">
              <a:ext uri="{FF2B5EF4-FFF2-40B4-BE49-F238E27FC236}">
                <a16:creationId xmlns:a16="http://schemas.microsoft.com/office/drawing/2014/main" id="{2113EE26-58D0-40BA-BADF-5ADE582A0379}"/>
              </a:ext>
            </a:extLst>
          </p:cNvPr>
          <p:cNvSpPr>
            <a:spLocks xmlns:a="http://schemas.openxmlformats.org/drawingml/2006/main" noGrp="1"/>
          </p:cNvSpPr>
          <p:nvPr/>
        </p:nvSpPr>
        <p:spPr>
          <a:xfrm xmlns:a="http://schemas.openxmlformats.org/drawingml/2006/main">
            <a:off x="7972425" y="3698367"/>
            <a:ext cx="752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المحددة</a:t>
            </a:r>
          </a:p>
        </p:txBody>
      </p:sp>
      <p:sp>
        <p:nvSpPr>
          <p:cNvPr id="33" name="">
            <a:extLst xmlns:a="http://schemas.openxmlformats.org/drawingml/2006/main">
              <a:ext uri="{FF2B5EF4-FFF2-40B4-BE49-F238E27FC236}">
                <a16:creationId xmlns:a16="http://schemas.microsoft.com/office/drawing/2014/main" id="{A3F16DB9-A222-4B74-ADDE-60BB97E2BB16}"/>
              </a:ext>
            </a:extLst>
          </p:cNvPr>
          <p:cNvSpPr>
            <a:spLocks xmlns:a="http://schemas.openxmlformats.org/drawingml/2006/main" noGrp="1"/>
          </p:cNvSpPr>
          <p:nvPr/>
        </p:nvSpPr>
        <p:spPr>
          <a:xfrm xmlns:a="http://schemas.openxmlformats.org/drawingml/2006/main">
            <a:off x="7010400" y="3698367"/>
            <a:ext cx="8858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والتجربة</a:t>
            </a:r>
          </a:p>
        </p:txBody>
      </p:sp>
      <p:sp>
        <p:nvSpPr>
          <p:cNvPr id="34" name="">
            <a:extLst xmlns:a="http://schemas.openxmlformats.org/drawingml/2006/main">
              <a:ext uri="{FF2B5EF4-FFF2-40B4-BE49-F238E27FC236}">
                <a16:creationId xmlns:a16="http://schemas.microsoft.com/office/drawing/2014/main" id="{DE000077-6D2F-4537-95E4-C992B358B356}"/>
              </a:ext>
            </a:extLst>
          </p:cNvPr>
          <p:cNvSpPr>
            <a:spLocks xmlns:a="http://schemas.openxmlformats.org/drawingml/2006/main" noGrp="1"/>
          </p:cNvSpPr>
          <p:nvPr/>
        </p:nvSpPr>
        <p:spPr>
          <a:xfrm xmlns:a="http://schemas.openxmlformats.org/drawingml/2006/main">
            <a:off x="6153150" y="3698367"/>
            <a:ext cx="781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375563"/>
                </a:solidFill>
                <a:latin typeface="Arial"/>
                <a:ea typeface="Arial"/>
                <a:cs typeface="Arial"/>
              </a:defRPr>
            </a:pPr>
            <a:r>
              <a:rPr sz="2400" b="0">
                <a:solidFill>
                  <a:srgbClr val="375563"/>
                </a:solidFill>
                <a:latin typeface="Arial"/>
                <a:ea typeface="Arial"/>
                <a:cs typeface="Arial"/>
              </a:rPr>
              <a:t>والقياس</a:t>
            </a:r>
          </a:p>
        </p:txBody>
      </p:sp>
      <p:sp>
        <p:nvSpPr>
          <p:cNvPr id="35" name="">
            <a:extLst xmlns:a="http://schemas.openxmlformats.org/drawingml/2006/main">
              <a:ext uri="{FF2B5EF4-FFF2-40B4-BE49-F238E27FC236}">
                <a16:creationId xmlns:a16="http://schemas.microsoft.com/office/drawing/2014/main" id="{CBD6FE22-B34B-4E50-AFA3-B29F75345F6C}"/>
              </a:ext>
            </a:extLst>
          </p:cNvPr>
          <p:cNvSpPr>
            <a:spLocks xmlns:a="http://schemas.openxmlformats.org/drawingml/2006/main" noGrp="1"/>
          </p:cNvSpPr>
          <p:nvPr/>
        </p:nvSpPr>
        <p:spPr>
          <a:xfrm xmlns:a="http://schemas.openxmlformats.org/drawingml/2006/main">
            <a:off x="1019175" y="6267450"/>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80979C"/>
                </a:solidFill>
                <a:latin typeface="Arial"/>
                <a:ea typeface="Arial"/>
                <a:cs typeface="Arial"/>
              </a:defRPr>
            </a:pPr>
            <a:r>
              <a:rPr sz="1350" b="0">
                <a:solidFill>
                  <a:srgbClr val="80979C"/>
                </a:solidFill>
                <a:latin typeface="Arial"/>
                <a:ea typeface="Arial"/>
                <a:cs typeface="Arial"/>
              </a:rPr>
              <a:t>13</a:t>
            </a:r>
          </a:p>
        </p:txBody>
      </p:sp>
      <p:sp>
        <p:nvSpPr>
          <p:cNvPr id="36" name="">
            <a:extLst xmlns:a="http://schemas.openxmlformats.org/drawingml/2006/main">
              <a:ext uri="{FF2B5EF4-FFF2-40B4-BE49-F238E27FC236}">
                <a16:creationId xmlns:a16="http://schemas.microsoft.com/office/drawing/2014/main" id="{08FCEBFF-FD7E-4D7B-A2FE-4F331335E41A}"/>
              </a:ext>
            </a:extLst>
          </p:cNvPr>
          <p:cNvSpPr>
            <a:spLocks xmlns:a="http://schemas.openxmlformats.org/drawingml/2006/main" noGrp="1"/>
          </p:cNvSpPr>
          <p:nvPr/>
        </p:nvSpPr>
        <p:spPr>
          <a:xfrm xmlns:a="http://schemas.openxmlformats.org/drawingml/2006/main">
            <a:off x="11096625" y="6238875"/>
            <a:ext cx="333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b="1">
                <a:solidFill>
                  <a:srgbClr val="10756B"/>
                </a:solidFill>
                <a:latin typeface="Arial"/>
                <a:ea typeface="Arial"/>
                <a:cs typeface="Arial"/>
              </a:defRPr>
            </a:pPr>
            <a:r>
              <a:rPr sz="1800" b="1">
                <a:solidFill>
                  <a:srgbClr val="10756B"/>
                </a:solidFill>
                <a:latin typeface="Arial"/>
                <a:ea typeface="Arial"/>
                <a:cs typeface="Arial"/>
              </a:rPr>
              <a:t>سَنَد</a:t>
            </a:r>
          </a:p>
        </p:txBody>
      </p:sp>
    </p:spTree>
    <p:extLst>
      <p:ext uri="{BB962C8B-B14F-4D97-AF65-F5344CB8AC3E}">
        <p14:creationId xmlns:p14="http://schemas.microsoft.com/office/powerpoint/2010/main" val="846873270"/>
      </p:ext>
    </p:extLst>
  </p:cSld>
</p:sld>
</file>

<file path=ppt/slides/slide14.xml><?xml version="1.0" encoding="utf-8"?>
<p:sld xmlns:p="http://schemas.openxmlformats.org/presentationml/2006/main">
  <p:cSld>
    <p:bg>
      <p:bgPr>
        <a:solidFill xmlns:a="http://schemas.openxmlformats.org/drawingml/2006/main">
          <a:srgbClr val="132333"/>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77861179-358C-4BD6-A00E-58CD3E467638}"/>
              </a:ext>
            </a:extLst>
          </p:cNvPr>
          <p:cNvSpPr>
            <a:spLocks xmlns:a="http://schemas.openxmlformats.org/drawingml/2006/main" noGrp="1"/>
          </p:cNvSpPr>
          <p:nvPr/>
        </p:nvSpPr>
        <p:spPr>
          <a:xfrm xmlns:a="http://schemas.openxmlformats.org/drawingml/2006/main">
            <a:off x="10991850" y="590550"/>
            <a:ext cx="43815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B4D7C7"/>
                </a:solidFill>
                <a:latin typeface="Arial"/>
                <a:ea typeface="Arial"/>
                <a:cs typeface="Arial"/>
              </a:defRPr>
            </a:pPr>
            <a:r>
              <a:rPr sz="1725" b="0">
                <a:solidFill>
                  <a:srgbClr val="B4D7C7"/>
                </a:solidFill>
                <a:latin typeface="Arial"/>
                <a:ea typeface="Arial"/>
                <a:cs typeface="Arial"/>
              </a:rPr>
              <a:t>مستند</a:t>
            </a:r>
          </a:p>
        </p:txBody>
      </p:sp>
      <p:sp>
        <p:nvSpPr>
          <p:cNvPr id="2" name="">
            <a:extLst xmlns:a="http://schemas.openxmlformats.org/drawingml/2006/main">
              <a:ext uri="{FF2B5EF4-FFF2-40B4-BE49-F238E27FC236}">
                <a16:creationId xmlns:a16="http://schemas.microsoft.com/office/drawing/2014/main" id="{B8DEC9C0-1732-4109-B345-1B5474F0110F}"/>
              </a:ext>
            </a:extLst>
          </p:cNvPr>
          <p:cNvSpPr>
            <a:spLocks xmlns:a="http://schemas.openxmlformats.org/drawingml/2006/main" noGrp="1"/>
          </p:cNvSpPr>
          <p:nvPr/>
        </p:nvSpPr>
        <p:spPr>
          <a:xfrm xmlns:a="http://schemas.openxmlformats.org/drawingml/2006/main">
            <a:off x="10403681" y="590550"/>
            <a:ext cx="533400"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B4D7C7"/>
                </a:solidFill>
                <a:latin typeface="Arial"/>
                <a:ea typeface="Arial"/>
                <a:cs typeface="Arial"/>
              </a:defRPr>
            </a:pPr>
            <a:r>
              <a:rPr sz="1725" b="0">
                <a:solidFill>
                  <a:srgbClr val="B4D7C7"/>
                </a:solidFill>
                <a:latin typeface="Arial"/>
                <a:ea typeface="Arial"/>
                <a:cs typeface="Arial"/>
              </a:rPr>
              <a:t>محفوظ</a:t>
            </a:r>
          </a:p>
        </p:txBody>
      </p:sp>
      <p:sp>
        <p:nvSpPr>
          <p:cNvPr id="3" name="">
            <a:extLst xmlns:a="http://schemas.openxmlformats.org/drawingml/2006/main">
              <a:ext uri="{FF2B5EF4-FFF2-40B4-BE49-F238E27FC236}">
                <a16:creationId xmlns:a16="http://schemas.microsoft.com/office/drawing/2014/main" id="{2C05C77A-0420-49C4-9592-EC8A84068A28}"/>
              </a:ext>
            </a:extLst>
          </p:cNvPr>
          <p:cNvSpPr>
            <a:spLocks xmlns:a="http://schemas.openxmlformats.org/drawingml/2006/main" noGrp="1"/>
          </p:cNvSpPr>
          <p:nvPr/>
        </p:nvSpPr>
        <p:spPr>
          <a:xfrm xmlns:a="http://schemas.openxmlformats.org/drawingml/2006/main">
            <a:off x="10053638" y="590550"/>
            <a:ext cx="29527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B4D7C7"/>
                </a:solidFill>
                <a:latin typeface="Arial"/>
                <a:ea typeface="Arial"/>
                <a:cs typeface="Arial"/>
              </a:defRPr>
            </a:pPr>
            <a:r>
              <a:rPr sz="1725" b="0">
                <a:solidFill>
                  <a:srgbClr val="B4D7C7"/>
                </a:solidFill>
                <a:latin typeface="Arial"/>
                <a:ea typeface="Arial"/>
                <a:cs typeface="Arial"/>
              </a:rPr>
              <a:t>عند</a:t>
            </a:r>
          </a:p>
        </p:txBody>
      </p:sp>
      <p:sp>
        <p:nvSpPr>
          <p:cNvPr id="4" name="">
            <a:extLst xmlns:a="http://schemas.openxmlformats.org/drawingml/2006/main">
              <a:ext uri="{FF2B5EF4-FFF2-40B4-BE49-F238E27FC236}">
                <a16:creationId xmlns:a16="http://schemas.microsoft.com/office/drawing/2014/main" id="{DA39CE58-F237-4D74-9D22-1158B9A3085E}"/>
              </a:ext>
            </a:extLst>
          </p:cNvPr>
          <p:cNvSpPr>
            <a:spLocks xmlns:a="http://schemas.openxmlformats.org/drawingml/2006/main" noGrp="1"/>
          </p:cNvSpPr>
          <p:nvPr/>
        </p:nvSpPr>
        <p:spPr>
          <a:xfrm xmlns:a="http://schemas.openxmlformats.org/drawingml/2006/main">
            <a:off x="9494044" y="590550"/>
            <a:ext cx="504825" cy="3286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725" b="0">
                <a:solidFill>
                  <a:srgbClr val="B4D7C7"/>
                </a:solidFill>
                <a:latin typeface="Arial"/>
                <a:ea typeface="Arial"/>
                <a:cs typeface="Arial"/>
              </a:defRPr>
            </a:pPr>
            <a:r>
              <a:rPr sz="1725" b="0">
                <a:solidFill>
                  <a:srgbClr val="B4D7C7"/>
                </a:solidFill>
                <a:latin typeface="Arial"/>
                <a:ea typeface="Arial"/>
                <a:cs typeface="Arial"/>
              </a:rPr>
              <a:t>الحاجة</a:t>
            </a:r>
          </a:p>
        </p:txBody>
      </p:sp>
      <p:sp>
        <p:nvSpPr>
          <p:cNvPr id="5" name="">
            <a:extLst xmlns:a="http://schemas.openxmlformats.org/drawingml/2006/main">
              <a:ext uri="{FF2B5EF4-FFF2-40B4-BE49-F238E27FC236}">
                <a16:creationId xmlns:a16="http://schemas.microsoft.com/office/drawing/2014/main" id="{A1614087-12E5-46F7-893C-2F6549A11DF5}"/>
              </a:ext>
            </a:extLst>
          </p:cNvPr>
          <p:cNvSpPr>
            <a:spLocks xmlns:a="http://schemas.openxmlformats.org/drawingml/2006/main" noGrp="1"/>
          </p:cNvSpPr>
          <p:nvPr/>
        </p:nvSpPr>
        <p:spPr>
          <a:xfrm xmlns:a="http://schemas.openxmlformats.org/drawingml/2006/main">
            <a:off x="10487025" y="1200150"/>
            <a:ext cx="94297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FFFFFF"/>
                </a:solidFill>
                <a:latin typeface="Arial"/>
                <a:ea typeface="Arial"/>
                <a:cs typeface="Arial"/>
              </a:defRPr>
            </a:pPr>
            <a:r>
              <a:rPr sz="3675" b="1">
                <a:solidFill>
                  <a:srgbClr val="FFFFFF"/>
                </a:solidFill>
                <a:latin typeface="Arial"/>
                <a:ea typeface="Arial"/>
                <a:cs typeface="Arial"/>
              </a:rPr>
              <a:t>تجربة</a:t>
            </a:r>
          </a:p>
        </p:txBody>
      </p:sp>
      <p:sp>
        <p:nvSpPr>
          <p:cNvPr id="6" name="">
            <a:extLst xmlns:a="http://schemas.openxmlformats.org/drawingml/2006/main">
              <a:ext uri="{FF2B5EF4-FFF2-40B4-BE49-F238E27FC236}">
                <a16:creationId xmlns:a16="http://schemas.microsoft.com/office/drawing/2014/main" id="{2DCEB817-C143-4EBD-9F71-2D545B7D783C}"/>
              </a:ext>
            </a:extLst>
          </p:cNvPr>
          <p:cNvSpPr>
            <a:spLocks xmlns:a="http://schemas.openxmlformats.org/drawingml/2006/main" noGrp="1"/>
          </p:cNvSpPr>
          <p:nvPr/>
        </p:nvSpPr>
        <p:spPr>
          <a:xfrm xmlns:a="http://schemas.openxmlformats.org/drawingml/2006/main">
            <a:off x="9751219" y="1200150"/>
            <a:ext cx="619125" cy="700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3675" b="1">
                <a:solidFill>
                  <a:srgbClr val="FFFFFF"/>
                </a:solidFill>
                <a:latin typeface="Arial"/>
                <a:ea typeface="Arial"/>
                <a:cs typeface="Arial"/>
              </a:defRPr>
            </a:pPr>
            <a:r>
              <a:rPr sz="3675" b="1">
                <a:solidFill>
                  <a:srgbClr val="FFFFFF"/>
                </a:solidFill>
                <a:latin typeface="Arial"/>
                <a:ea typeface="Arial"/>
                <a:cs typeface="Arial"/>
              </a:rPr>
              <a:t>سَنَد</a:t>
            </a:r>
          </a:p>
        </p:txBody>
      </p:sp>
      <p:sp>
        <p:nvSpPr>
          <p:cNvPr id="7" name="">
            <a:extLst xmlns:a="http://schemas.openxmlformats.org/drawingml/2006/main">
              <a:ext uri="{FF2B5EF4-FFF2-40B4-BE49-F238E27FC236}">
                <a16:creationId xmlns:a16="http://schemas.microsoft.com/office/drawing/2014/main" id="{5529E538-7330-4B6A-92D4-59B255D2BBF1}"/>
              </a:ext>
            </a:extLst>
          </p:cNvPr>
          <p:cNvSpPr>
            <a:spLocks xmlns:a="http://schemas.openxmlformats.org/drawingml/2006/main" noGrp="1"/>
          </p:cNvSpPr>
          <p:nvPr/>
        </p:nvSpPr>
        <p:spPr>
          <a:xfrm xmlns:a="http://schemas.openxmlformats.org/drawingml/2006/main">
            <a:off x="10810875" y="2466975"/>
            <a:ext cx="428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DBE9E6"/>
                </a:solidFill>
                <a:latin typeface="Arial"/>
                <a:ea typeface="Arial"/>
                <a:cs typeface="Arial"/>
              </a:defRPr>
            </a:pPr>
            <a:r>
              <a:rPr sz="2400" b="0">
                <a:solidFill>
                  <a:srgbClr val="DBE9E6"/>
                </a:solidFill>
                <a:latin typeface="Arial"/>
                <a:ea typeface="Arial"/>
                <a:cs typeface="Arial"/>
              </a:rPr>
              <a:t>افتح</a:t>
            </a:r>
          </a:p>
        </p:txBody>
      </p:sp>
      <p:sp>
        <p:nvSpPr>
          <p:cNvPr id="8" name="">
            <a:extLst xmlns:a="http://schemas.openxmlformats.org/drawingml/2006/main">
              <a:ext uri="{FF2B5EF4-FFF2-40B4-BE49-F238E27FC236}">
                <a16:creationId xmlns:a16="http://schemas.microsoft.com/office/drawing/2014/main" id="{14F8E476-E74A-48AF-A0AB-420017FF479F}"/>
              </a:ext>
            </a:extLst>
          </p:cNvPr>
          <p:cNvSpPr>
            <a:spLocks xmlns:a="http://schemas.openxmlformats.org/drawingml/2006/main" noGrp="1"/>
          </p:cNvSpPr>
          <p:nvPr/>
        </p:nvSpPr>
        <p:spPr>
          <a:xfrm xmlns:a="http://schemas.openxmlformats.org/drawingml/2006/main">
            <a:off x="10496550" y="2466975"/>
            <a:ext cx="238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DBE9E6"/>
                </a:solidFill>
                <a:latin typeface="Arial"/>
                <a:ea typeface="Arial"/>
                <a:cs typeface="Arial"/>
              </a:defRPr>
            </a:pPr>
            <a:r>
              <a:rPr sz="2400" b="0">
                <a:solidFill>
                  <a:srgbClr val="DBE9E6"/>
                </a:solidFill>
                <a:latin typeface="Arial"/>
                <a:ea typeface="Arial"/>
                <a:cs typeface="Arial"/>
              </a:rPr>
              <a:t>ما</a:t>
            </a:r>
          </a:p>
        </p:txBody>
      </p:sp>
      <p:sp>
        <p:nvSpPr>
          <p:cNvPr id="9" name="">
            <a:extLst xmlns:a="http://schemas.openxmlformats.org/drawingml/2006/main">
              <a:ext uri="{FF2B5EF4-FFF2-40B4-BE49-F238E27FC236}">
                <a16:creationId xmlns:a16="http://schemas.microsoft.com/office/drawing/2014/main" id="{428985F7-C1FF-414D-8D5A-CE96002DE10D}"/>
              </a:ext>
            </a:extLst>
          </p:cNvPr>
          <p:cNvSpPr>
            <a:spLocks xmlns:a="http://schemas.openxmlformats.org/drawingml/2006/main" noGrp="1"/>
          </p:cNvSpPr>
          <p:nvPr/>
        </p:nvSpPr>
        <p:spPr>
          <a:xfrm xmlns:a="http://schemas.openxmlformats.org/drawingml/2006/main">
            <a:off x="10058400" y="2466975"/>
            <a:ext cx="361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DBE9E6"/>
                </a:solidFill>
                <a:latin typeface="Arial"/>
                <a:ea typeface="Arial"/>
                <a:cs typeface="Arial"/>
              </a:defRPr>
            </a:pPr>
            <a:r>
              <a:rPr sz="2400" b="0">
                <a:solidFill>
                  <a:srgbClr val="DBE9E6"/>
                </a:solidFill>
                <a:latin typeface="Arial"/>
                <a:ea typeface="Arial"/>
                <a:cs typeface="Arial"/>
              </a:rPr>
              <a:t>قبل</a:t>
            </a:r>
          </a:p>
        </p:txBody>
      </p:sp>
      <p:sp>
        <p:nvSpPr>
          <p:cNvPr id="10" name="">
            <a:extLst xmlns:a="http://schemas.openxmlformats.org/drawingml/2006/main">
              <a:ext uri="{FF2B5EF4-FFF2-40B4-BE49-F238E27FC236}">
                <a16:creationId xmlns:a16="http://schemas.microsoft.com/office/drawing/2014/main" id="{06BC2EFA-368A-46D9-BAAB-2C817DDB0264}"/>
              </a:ext>
            </a:extLst>
          </p:cNvPr>
          <p:cNvSpPr>
            <a:spLocks xmlns:a="http://schemas.openxmlformats.org/drawingml/2006/main" noGrp="1"/>
          </p:cNvSpPr>
          <p:nvPr/>
        </p:nvSpPr>
        <p:spPr>
          <a:xfrm xmlns:a="http://schemas.openxmlformats.org/drawingml/2006/main">
            <a:off x="9124950" y="2466975"/>
            <a:ext cx="85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DBE9E6"/>
                </a:solidFill>
                <a:latin typeface="Arial"/>
                <a:ea typeface="Arial"/>
                <a:cs typeface="Arial"/>
              </a:defRPr>
            </a:pPr>
            <a:r>
              <a:rPr sz="2400" b="0">
                <a:solidFill>
                  <a:srgbClr val="DBE9E6"/>
                </a:solidFill>
                <a:latin typeface="Arial"/>
                <a:ea typeface="Arial"/>
                <a:cs typeface="Arial"/>
              </a:rPr>
              <a:t>الوصول</a:t>
            </a:r>
          </a:p>
        </p:txBody>
      </p:sp>
      <p:sp>
        <p:nvSpPr>
          <p:cNvPr id="11" name="">
            <a:extLst xmlns:a="http://schemas.openxmlformats.org/drawingml/2006/main">
              <a:ext uri="{FF2B5EF4-FFF2-40B4-BE49-F238E27FC236}">
                <a16:creationId xmlns:a16="http://schemas.microsoft.com/office/drawing/2014/main" id="{6452989C-2972-4B6F-B130-37001FF8A58A}"/>
              </a:ext>
            </a:extLst>
          </p:cNvPr>
          <p:cNvSpPr>
            <a:spLocks xmlns:a="http://schemas.openxmlformats.org/drawingml/2006/main" noGrp="1"/>
          </p:cNvSpPr>
          <p:nvPr/>
        </p:nvSpPr>
        <p:spPr>
          <a:xfrm xmlns:a="http://schemas.openxmlformats.org/drawingml/2006/main">
            <a:off x="10677525" y="2924175"/>
            <a:ext cx="5619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DBE9E6"/>
                </a:solidFill>
                <a:latin typeface="Arial"/>
                <a:ea typeface="Arial"/>
                <a:cs typeface="Arial"/>
              </a:defRPr>
            </a:pPr>
            <a:r>
              <a:rPr sz="2400" b="0">
                <a:solidFill>
                  <a:srgbClr val="DBE9E6"/>
                </a:solidFill>
                <a:latin typeface="Arial"/>
                <a:ea typeface="Arial"/>
                <a:cs typeface="Arial"/>
              </a:rPr>
              <a:t>راجع</a:t>
            </a:r>
          </a:p>
        </p:txBody>
      </p:sp>
      <p:sp>
        <p:nvSpPr>
          <p:cNvPr id="12" name="">
            <a:extLst xmlns:a="http://schemas.openxmlformats.org/drawingml/2006/main">
              <a:ext uri="{FF2B5EF4-FFF2-40B4-BE49-F238E27FC236}">
                <a16:creationId xmlns:a16="http://schemas.microsoft.com/office/drawing/2014/main" id="{FDC9FF83-81D4-4CA3-94D9-79085EE43A0D}"/>
              </a:ext>
            </a:extLst>
          </p:cNvPr>
          <p:cNvSpPr>
            <a:spLocks xmlns:a="http://schemas.openxmlformats.org/drawingml/2006/main" noGrp="1"/>
          </p:cNvSpPr>
          <p:nvPr/>
        </p:nvSpPr>
        <p:spPr>
          <a:xfrm xmlns:a="http://schemas.openxmlformats.org/drawingml/2006/main">
            <a:off x="9915525" y="2924175"/>
            <a:ext cx="685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DBE9E6"/>
                </a:solidFill>
                <a:latin typeface="Arial"/>
                <a:ea typeface="Arial"/>
                <a:cs typeface="Arial"/>
              </a:defRPr>
            </a:pPr>
            <a:r>
              <a:rPr sz="2400" b="0">
                <a:solidFill>
                  <a:srgbClr val="DBE9E6"/>
                </a:solidFill>
                <a:latin typeface="Arial"/>
                <a:ea typeface="Arial"/>
                <a:cs typeface="Arial"/>
              </a:rPr>
              <a:t>الجواز</a:t>
            </a:r>
          </a:p>
        </p:txBody>
      </p:sp>
      <p:sp>
        <p:nvSpPr>
          <p:cNvPr id="13" name="">
            <a:extLst xmlns:a="http://schemas.openxmlformats.org/drawingml/2006/main">
              <a:ext uri="{FF2B5EF4-FFF2-40B4-BE49-F238E27FC236}">
                <a16:creationId xmlns:a16="http://schemas.microsoft.com/office/drawing/2014/main" id="{57576ACF-90F4-4220-9EAC-12915878F591}"/>
              </a:ext>
            </a:extLst>
          </p:cNvPr>
          <p:cNvSpPr>
            <a:spLocks xmlns:a="http://schemas.openxmlformats.org/drawingml/2006/main" noGrp="1"/>
          </p:cNvSpPr>
          <p:nvPr/>
        </p:nvSpPr>
        <p:spPr>
          <a:xfrm xmlns:a="http://schemas.openxmlformats.org/drawingml/2006/main">
            <a:off x="9058275" y="2924175"/>
            <a:ext cx="781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DBE9E6"/>
                </a:solidFill>
                <a:latin typeface="Arial"/>
                <a:ea typeface="Arial"/>
                <a:cs typeface="Arial"/>
              </a:defRPr>
            </a:pPr>
            <a:r>
              <a:rPr sz="2400" b="0">
                <a:solidFill>
                  <a:srgbClr val="DBE9E6"/>
                </a:solidFill>
                <a:latin typeface="Arial"/>
                <a:ea typeface="Arial"/>
                <a:cs typeface="Arial"/>
              </a:rPr>
              <a:t>والوثيقة</a:t>
            </a:r>
          </a:p>
        </p:txBody>
      </p:sp>
      <p:sp>
        <p:nvSpPr>
          <p:cNvPr id="14" name="">
            <a:extLst xmlns:a="http://schemas.openxmlformats.org/drawingml/2006/main">
              <a:ext uri="{FF2B5EF4-FFF2-40B4-BE49-F238E27FC236}">
                <a16:creationId xmlns:a16="http://schemas.microsoft.com/office/drawing/2014/main" id="{F8797061-1D2C-417F-B8D6-FF4662FA5BAC}"/>
              </a:ext>
            </a:extLst>
          </p:cNvPr>
          <p:cNvSpPr>
            <a:spLocks xmlns:a="http://schemas.openxmlformats.org/drawingml/2006/main" noGrp="1"/>
          </p:cNvSpPr>
          <p:nvPr/>
        </p:nvSpPr>
        <p:spPr>
          <a:xfrm xmlns:a="http://schemas.openxmlformats.org/drawingml/2006/main">
            <a:off x="8372475" y="2924175"/>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DBE9E6"/>
                </a:solidFill>
                <a:latin typeface="Arial"/>
                <a:ea typeface="Arial"/>
                <a:cs typeface="Arial"/>
              </a:defRPr>
            </a:pPr>
            <a:r>
              <a:rPr sz="2400" b="0">
                <a:solidFill>
                  <a:srgbClr val="DBE9E6"/>
                </a:solidFill>
                <a:latin typeface="Arial"/>
                <a:ea typeface="Arial"/>
                <a:cs typeface="Arial"/>
              </a:rPr>
              <a:t>البديلة</a:t>
            </a:r>
          </a:p>
        </p:txBody>
      </p:sp>
      <p:sp>
        <p:nvSpPr>
          <p:cNvPr id="15" name="">
            <a:extLst xmlns:a="http://schemas.openxmlformats.org/drawingml/2006/main">
              <a:ext uri="{FF2B5EF4-FFF2-40B4-BE49-F238E27FC236}">
                <a16:creationId xmlns:a16="http://schemas.microsoft.com/office/drawing/2014/main" id="{0B2E8EA3-DF56-48CD-80F0-6CA17D8E5E3B}"/>
              </a:ext>
            </a:extLst>
          </p:cNvPr>
          <p:cNvSpPr>
            <a:spLocks xmlns:a="http://schemas.openxmlformats.org/drawingml/2006/main" noGrp="1"/>
          </p:cNvSpPr>
          <p:nvPr/>
        </p:nvSpPr>
        <p:spPr>
          <a:xfrm xmlns:a="http://schemas.openxmlformats.org/drawingml/2006/main">
            <a:off x="7981950" y="2924175"/>
            <a:ext cx="314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DBE9E6"/>
                </a:solidFill>
                <a:latin typeface="Arial"/>
                <a:ea typeface="Arial"/>
                <a:cs typeface="Arial"/>
              </a:defRPr>
            </a:pPr>
            <a:r>
              <a:rPr sz="2400" b="0">
                <a:solidFill>
                  <a:srgbClr val="DBE9E6"/>
                </a:solidFill>
                <a:latin typeface="Arial"/>
                <a:ea typeface="Arial"/>
                <a:cs typeface="Arial"/>
              </a:rPr>
              <a:t>في</a:t>
            </a:r>
          </a:p>
        </p:txBody>
      </p:sp>
      <p:sp>
        <p:nvSpPr>
          <p:cNvPr id="16" name="">
            <a:extLst xmlns:a="http://schemas.openxmlformats.org/drawingml/2006/main">
              <a:ext uri="{FF2B5EF4-FFF2-40B4-BE49-F238E27FC236}">
                <a16:creationId xmlns:a16="http://schemas.microsoft.com/office/drawing/2014/main" id="{4B252B7E-5EEB-49EE-A6EF-19ECB759446B}"/>
              </a:ext>
            </a:extLst>
          </p:cNvPr>
          <p:cNvSpPr>
            <a:spLocks xmlns:a="http://schemas.openxmlformats.org/drawingml/2006/main" noGrp="1"/>
          </p:cNvSpPr>
          <p:nvPr/>
        </p:nvSpPr>
        <p:spPr>
          <a:xfrm xmlns:a="http://schemas.openxmlformats.org/drawingml/2006/main">
            <a:off x="7429500" y="2924175"/>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DBE9E6"/>
                </a:solidFill>
                <a:latin typeface="Arial"/>
                <a:ea typeface="Arial"/>
                <a:cs typeface="Arial"/>
              </a:defRPr>
            </a:pPr>
            <a:r>
              <a:rPr sz="2400" b="0">
                <a:solidFill>
                  <a:srgbClr val="DBE9E6"/>
                </a:solidFill>
                <a:latin typeface="Arial"/>
                <a:ea typeface="Arial"/>
                <a:cs typeface="Arial"/>
              </a:rPr>
              <a:t>ملف</a:t>
            </a:r>
          </a:p>
        </p:txBody>
      </p:sp>
      <p:sp>
        <p:nvSpPr>
          <p:cNvPr id="17" name="">
            <a:extLst xmlns:a="http://schemas.openxmlformats.org/drawingml/2006/main">
              <a:ext uri="{FF2B5EF4-FFF2-40B4-BE49-F238E27FC236}">
                <a16:creationId xmlns:a16="http://schemas.microsoft.com/office/drawing/2014/main" id="{F52BCB7B-D722-4791-976D-750647D0F516}"/>
              </a:ext>
            </a:extLst>
          </p:cNvPr>
          <p:cNvSpPr>
            <a:spLocks xmlns:a="http://schemas.openxmlformats.org/drawingml/2006/main" noGrp="1"/>
          </p:cNvSpPr>
          <p:nvPr/>
        </p:nvSpPr>
        <p:spPr>
          <a:xfrm xmlns:a="http://schemas.openxmlformats.org/drawingml/2006/main">
            <a:off x="6924675" y="2924175"/>
            <a:ext cx="428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DBE9E6"/>
                </a:solidFill>
                <a:latin typeface="Arial"/>
                <a:ea typeface="Arial"/>
                <a:cs typeface="Arial"/>
              </a:defRPr>
            </a:pPr>
            <a:r>
              <a:rPr sz="2400" b="0">
                <a:solidFill>
                  <a:srgbClr val="DBE9E6"/>
                </a:solidFill>
                <a:latin typeface="Arial"/>
                <a:ea typeface="Arial"/>
                <a:cs typeface="Arial"/>
              </a:rPr>
              <a:t>ليلى</a:t>
            </a:r>
          </a:p>
        </p:txBody>
      </p:sp>
      <p:sp>
        <p:nvSpPr>
          <p:cNvPr id="18" name="">
            <a:extLst xmlns:a="http://schemas.openxmlformats.org/drawingml/2006/main">
              <a:ext uri="{FF2B5EF4-FFF2-40B4-BE49-F238E27FC236}">
                <a16:creationId xmlns:a16="http://schemas.microsoft.com/office/drawing/2014/main" id="{CE198323-E337-4230-923D-8268CB4EF4AE}"/>
              </a:ext>
            </a:extLst>
          </p:cNvPr>
          <p:cNvSpPr>
            <a:spLocks xmlns:a="http://schemas.openxmlformats.org/drawingml/2006/main" noGrp="1"/>
          </p:cNvSpPr>
          <p:nvPr/>
        </p:nvSpPr>
        <p:spPr>
          <a:xfrm xmlns:a="http://schemas.openxmlformats.org/drawingml/2006/main">
            <a:off x="10715625" y="3381375"/>
            <a:ext cx="523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DBE9E6"/>
                </a:solidFill>
                <a:latin typeface="Arial"/>
                <a:ea typeface="Arial"/>
                <a:cs typeface="Arial"/>
              </a:defRPr>
            </a:pPr>
            <a:r>
              <a:rPr sz="2400" b="0">
                <a:solidFill>
                  <a:srgbClr val="DBE9E6"/>
                </a:solidFill>
                <a:latin typeface="Arial"/>
                <a:ea typeface="Arial"/>
                <a:cs typeface="Arial"/>
              </a:rPr>
              <a:t>شاهد</a:t>
            </a:r>
          </a:p>
        </p:txBody>
      </p:sp>
      <p:sp>
        <p:nvSpPr>
          <p:cNvPr id="19" name="">
            <a:extLst xmlns:a="http://schemas.openxmlformats.org/drawingml/2006/main">
              <a:ext uri="{FF2B5EF4-FFF2-40B4-BE49-F238E27FC236}">
                <a16:creationId xmlns:a16="http://schemas.microsoft.com/office/drawing/2014/main" id="{B877ADDE-B22A-4E98-8356-7672CA9BB4C9}"/>
              </a:ext>
            </a:extLst>
          </p:cNvPr>
          <p:cNvSpPr>
            <a:spLocks xmlns:a="http://schemas.openxmlformats.org/drawingml/2006/main" noGrp="1"/>
          </p:cNvSpPr>
          <p:nvPr/>
        </p:nvSpPr>
        <p:spPr>
          <a:xfrm xmlns:a="http://schemas.openxmlformats.org/drawingml/2006/main">
            <a:off x="9458325" y="3381375"/>
            <a:ext cx="1181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DBE9E6"/>
                </a:solidFill>
                <a:latin typeface="Arial"/>
                <a:ea typeface="Arial"/>
                <a:cs typeface="Arial"/>
              </a:defRPr>
            </a:pPr>
            <a:r>
              <a:rPr sz="2400" b="0">
                <a:solidFill>
                  <a:srgbClr val="DBE9E6"/>
                </a:solidFill>
                <a:latin typeface="Arial"/>
                <a:ea typeface="Arial"/>
                <a:cs typeface="Arial"/>
              </a:rPr>
              <a:t>الإحصاءات</a:t>
            </a:r>
          </a:p>
        </p:txBody>
      </p:sp>
      <p:sp>
        <p:nvSpPr>
          <p:cNvPr id="20" name="">
            <a:extLst xmlns:a="http://schemas.openxmlformats.org/drawingml/2006/main">
              <a:ext uri="{FF2B5EF4-FFF2-40B4-BE49-F238E27FC236}">
                <a16:creationId xmlns:a16="http://schemas.microsoft.com/office/drawing/2014/main" id="{EDFCBE22-9E76-43E5-9538-02A749D5E810}"/>
              </a:ext>
            </a:extLst>
          </p:cNvPr>
          <p:cNvSpPr>
            <a:spLocks xmlns:a="http://schemas.openxmlformats.org/drawingml/2006/main" noGrp="1"/>
          </p:cNvSpPr>
          <p:nvPr/>
        </p:nvSpPr>
        <p:spPr>
          <a:xfrm xmlns:a="http://schemas.openxmlformats.org/drawingml/2006/main">
            <a:off x="8696325" y="3381375"/>
            <a:ext cx="685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DBE9E6"/>
                </a:solidFill>
                <a:latin typeface="Arial"/>
                <a:ea typeface="Arial"/>
                <a:cs typeface="Arial"/>
              </a:defRPr>
            </a:pPr>
            <a:r>
              <a:rPr sz="2400" b="0">
                <a:solidFill>
                  <a:srgbClr val="DBE9E6"/>
                </a:solidFill>
                <a:latin typeface="Arial"/>
                <a:ea typeface="Arial"/>
                <a:cs typeface="Arial"/>
              </a:rPr>
              <a:t>وحدود</a:t>
            </a:r>
          </a:p>
        </p:txBody>
      </p:sp>
      <p:sp>
        <p:nvSpPr>
          <p:cNvPr id="21" name="">
            <a:extLst xmlns:a="http://schemas.openxmlformats.org/drawingml/2006/main">
              <a:ext uri="{FF2B5EF4-FFF2-40B4-BE49-F238E27FC236}">
                <a16:creationId xmlns:a16="http://schemas.microsoft.com/office/drawing/2014/main" id="{635C5398-CA5E-4FB0-8114-8B910DF0E8D7}"/>
              </a:ext>
            </a:extLst>
          </p:cNvPr>
          <p:cNvSpPr>
            <a:spLocks xmlns:a="http://schemas.openxmlformats.org/drawingml/2006/main" noGrp="1"/>
          </p:cNvSpPr>
          <p:nvPr/>
        </p:nvSpPr>
        <p:spPr>
          <a:xfrm xmlns:a="http://schemas.openxmlformats.org/drawingml/2006/main">
            <a:off x="7829550" y="3381375"/>
            <a:ext cx="7905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400" b="0">
                <a:solidFill>
                  <a:srgbClr val="DBE9E6"/>
                </a:solidFill>
                <a:latin typeface="Arial"/>
                <a:ea typeface="Arial"/>
                <a:cs typeface="Arial"/>
              </a:defRPr>
            </a:pPr>
            <a:r>
              <a:rPr sz="2400" b="0">
                <a:solidFill>
                  <a:srgbClr val="DBE9E6"/>
                </a:solidFill>
                <a:latin typeface="Arial"/>
                <a:ea typeface="Arial"/>
                <a:cs typeface="Arial"/>
              </a:rPr>
              <a:t>المقارنة</a:t>
            </a:r>
          </a:p>
        </p:txBody>
      </p:sp>
      <p:sp>
        <p:nvSpPr>
          <p:cNvPr id="22" name="">
            <a:extLst xmlns:a="http://schemas.openxmlformats.org/drawingml/2006/main">
              <a:ext uri="{FF2B5EF4-FFF2-40B4-BE49-F238E27FC236}">
                <a16:creationId xmlns:a16="http://schemas.microsoft.com/office/drawing/2014/main" id="{9C6A0DD8-AD9C-4BC4-88F6-815B5F61B12C}"/>
              </a:ext>
            </a:extLst>
          </p:cNvPr>
          <p:cNvSpPr>
            <a:spLocks xmlns:a="http://schemas.openxmlformats.org/drawingml/2006/main" noGrp="1"/>
          </p:cNvSpPr>
          <p:nvPr/>
        </p:nvSpPr>
        <p:spPr>
          <a:xfrm xmlns:a="http://schemas.openxmlformats.org/drawingml/2006/main">
            <a:off x="1019175" y="6267450"/>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8FAAA9"/>
                </a:solidFill>
                <a:latin typeface="Arial"/>
                <a:ea typeface="Arial"/>
                <a:cs typeface="Arial"/>
              </a:defRPr>
            </a:pPr>
            <a:r>
              <a:rPr sz="1350" b="0">
                <a:solidFill>
                  <a:srgbClr val="8FAAA9"/>
                </a:solidFill>
                <a:latin typeface="Arial"/>
                <a:ea typeface="Arial"/>
                <a:cs typeface="Arial"/>
              </a:rPr>
              <a:t>14</a:t>
            </a:r>
          </a:p>
        </p:txBody>
      </p:sp>
      <p:sp>
        <p:nvSpPr>
          <p:cNvPr id="23" name="">
            <a:extLst xmlns:a="http://schemas.openxmlformats.org/drawingml/2006/main">
              <a:ext uri="{FF2B5EF4-FFF2-40B4-BE49-F238E27FC236}">
                <a16:creationId xmlns:a16="http://schemas.microsoft.com/office/drawing/2014/main" id="{6B0F1209-965E-45ED-BA81-19494CA111BF}"/>
              </a:ext>
            </a:extLst>
          </p:cNvPr>
          <p:cNvSpPr>
            <a:spLocks xmlns:a="http://schemas.openxmlformats.org/drawingml/2006/main" noGrp="1"/>
          </p:cNvSpPr>
          <p:nvPr/>
        </p:nvSpPr>
        <p:spPr>
          <a:xfrm xmlns:a="http://schemas.openxmlformats.org/drawingml/2006/main">
            <a:off x="952500" y="5381625"/>
            <a:ext cx="1028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r">
              <a:defRPr sz="1950">
                <a:solidFill>
                  <a:srgbClr val="B4D7C7"/>
                </a:solidFill>
                <a:latin typeface="Arial"/>
                <a:ea typeface="Arial"/>
                <a:cs typeface="Arial"/>
              </a:defRPr>
            </a:pPr>
            <a:r>
              <a:rPr sz="1950">
                <a:solidFill>
                  <a:srgbClr val="B4D7C7"/>
                </a:solidFill>
                <a:latin typeface="Arial"/>
                <a:ea typeface="Arial"/>
                <a:cs typeface="Arial"/>
              </a:rPr>
              <a:t>sanad.songokualshareef.workers.dev</a:t>
            </a:r>
          </a:p>
        </p:txBody>
      </p:sp>
    </p:spTree>
    <p:extLst>
      <p:ext uri="{BB962C8B-B14F-4D97-AF65-F5344CB8AC3E}">
        <p14:creationId xmlns:p14="http://schemas.microsoft.com/office/powerpoint/2010/main" val="34806050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2026-09-12T20:51:35.2590000Z</dcterms:created>
  <dcterms:modified xsi:type="dcterms:W3CDTF">2026-09-12T20:51:35.2590000Z</dcterms:modified>
</coreProperties>
</file>